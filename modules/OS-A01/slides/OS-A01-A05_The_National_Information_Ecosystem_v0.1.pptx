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584b464144483e" /><Relationship Type="http://schemas.openxmlformats.org/officeDocument/2006/relationships/extended-properties" Target="/docProps/app.xml" Id="R5058623a5a144b09" /><Relationship Type="http://schemas.openxmlformats.org/officeDocument/2006/relationships/officeDocument" Target="/ppt/presentation.xml" Id="R876f47d5f9a54537" /></Relationships>
</file>

<file path=ppt/presentation.xml><?xml version="1.0" encoding="utf-8"?>
<p:presentation xmlns:p="http://schemas.openxmlformats.org/presentationml/2006/main">
  <p:sldMasterIdLst>
    <p:sldMasterId xmlns:r="http://schemas.openxmlformats.org/officeDocument/2006/relationships" id="2147483648" r:id="Rcbe8e5b38e234f52"/>
  </p:sldMasterIdLst>
  <p:notesMasterIdLst>
    <p:notesMasterId xmlns:r="http://schemas.openxmlformats.org/officeDocument/2006/relationships" r:id="R107aba9661fb4e9f"/>
  </p:notesMasterIdLst>
  <p:sldIdLst>
    <p:sldId xmlns:r="http://schemas.openxmlformats.org/officeDocument/2006/relationships" id="256" r:id="Re14518fe563143b6"/>
    <p:sldId xmlns:r="http://schemas.openxmlformats.org/officeDocument/2006/relationships" id="257" r:id="Rcf2846dd46f2485b"/>
    <p:sldId xmlns:r="http://schemas.openxmlformats.org/officeDocument/2006/relationships" id="258" r:id="R438c9780bee74593"/>
    <p:sldId xmlns:r="http://schemas.openxmlformats.org/officeDocument/2006/relationships" id="259" r:id="R5b312bb4eebe4aa0"/>
    <p:sldId xmlns:r="http://schemas.openxmlformats.org/officeDocument/2006/relationships" id="260" r:id="Rf2e8884d402a4569"/>
    <p:sldId xmlns:r="http://schemas.openxmlformats.org/officeDocument/2006/relationships" id="261" r:id="Rcc93e901488948b1"/>
    <p:sldId xmlns:r="http://schemas.openxmlformats.org/officeDocument/2006/relationships" id="262" r:id="Rbb464f108c3247bf"/>
    <p:sldId xmlns:r="http://schemas.openxmlformats.org/officeDocument/2006/relationships" id="263" r:id="R398006da8abf47d8"/>
    <p:sldId xmlns:r="http://schemas.openxmlformats.org/officeDocument/2006/relationships" id="264" r:id="Rf1f5c866bc3940b2"/>
    <p:sldId xmlns:r="http://schemas.openxmlformats.org/officeDocument/2006/relationships" id="265" r:id="Reb7b70244fe34ae5"/>
    <p:sldId xmlns:r="http://schemas.openxmlformats.org/officeDocument/2006/relationships" id="266" r:id="R5d974b7e403841d0"/>
    <p:sldId xmlns:r="http://schemas.openxmlformats.org/officeDocument/2006/relationships" id="267" r:id="R5dc604028c88454d"/>
    <p:sldId xmlns:r="http://schemas.openxmlformats.org/officeDocument/2006/relationships" id="268" r:id="Rf5f8d57bf9f14381"/>
    <p:sldId xmlns:r="http://schemas.openxmlformats.org/officeDocument/2006/relationships" id="269" r:id="R41f07951ac1f4a67"/>
    <p:sldId xmlns:r="http://schemas.openxmlformats.org/officeDocument/2006/relationships" id="270" r:id="Rb049d3290dee475e"/>
    <p:sldId xmlns:r="http://schemas.openxmlformats.org/officeDocument/2006/relationships" id="271" r:id="Rbe5603614cbc410e"/>
    <p:sldId xmlns:r="http://schemas.openxmlformats.org/officeDocument/2006/relationships" id="272" r:id="R124d53d6e25c439d"/>
    <p:sldId xmlns:r="http://schemas.openxmlformats.org/officeDocument/2006/relationships" id="273" r:id="R9da8a52cb7c6473d"/>
    <p:sldId xmlns:r="http://schemas.openxmlformats.org/officeDocument/2006/relationships" id="274" r:id="Rbc86b344e1c540c5"/>
    <p:sldId xmlns:r="http://schemas.openxmlformats.org/officeDocument/2006/relationships" id="275" r:id="R06d230ae85ed4d2e"/>
    <p:sldId xmlns:r="http://schemas.openxmlformats.org/officeDocument/2006/relationships" id="276" r:id="R3b3309af6ff64eca"/>
    <p:sldId xmlns:r="http://schemas.openxmlformats.org/officeDocument/2006/relationships" id="277" r:id="R854fb8e1530d4498"/>
    <p:sldId xmlns:r="http://schemas.openxmlformats.org/officeDocument/2006/relationships" id="278" r:id="R0858957ede424c17"/>
    <p:sldId xmlns:r="http://schemas.openxmlformats.org/officeDocument/2006/relationships" id="279" r:id="R124959c919b847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99d55c77084d03" /><Relationship Type="http://schemas.openxmlformats.org/officeDocument/2006/relationships/slideMaster" Target="/ppt/slideMasters/slideMaster1.xml" Id="Rcbe8e5b38e234f52" /><Relationship Type="http://schemas.openxmlformats.org/officeDocument/2006/relationships/notesMaster" Target="/ppt/notesMasters/notesMaster1.xml" Id="R107aba9661fb4e9f" /><Relationship Type="http://schemas.openxmlformats.org/officeDocument/2006/relationships/presProps" Target="/ppt/presProps.xml" Id="R13e9907abb834104" /><Relationship Type="http://schemas.openxmlformats.org/officeDocument/2006/relationships/tableStyles" Target="/ppt/tableStyles.xml" Id="Rba7090c99d9c48e7" /><Relationship Type="http://schemas.openxmlformats.org/officeDocument/2006/relationships/slide" Target="/ppt/slides/slide1.xml" Id="Re14518fe563143b6" /><Relationship Type="http://schemas.openxmlformats.org/officeDocument/2006/relationships/slide" Target="/ppt/slides/slide2.xml" Id="Rcf2846dd46f2485b" /><Relationship Type="http://schemas.openxmlformats.org/officeDocument/2006/relationships/slide" Target="/ppt/slides/slide3.xml" Id="R438c9780bee74593" /><Relationship Type="http://schemas.openxmlformats.org/officeDocument/2006/relationships/slide" Target="/ppt/slides/slide4.xml" Id="R5b312bb4eebe4aa0" /><Relationship Type="http://schemas.openxmlformats.org/officeDocument/2006/relationships/slide" Target="/ppt/slides/slide5.xml" Id="Rf2e8884d402a4569" /><Relationship Type="http://schemas.openxmlformats.org/officeDocument/2006/relationships/slide" Target="/ppt/slides/slide6.xml" Id="Rcc93e901488948b1" /><Relationship Type="http://schemas.openxmlformats.org/officeDocument/2006/relationships/slide" Target="/ppt/slides/slide7.xml" Id="Rbb464f108c3247bf" /><Relationship Type="http://schemas.openxmlformats.org/officeDocument/2006/relationships/slide" Target="/ppt/slides/slide8.xml" Id="R398006da8abf47d8" /><Relationship Type="http://schemas.openxmlformats.org/officeDocument/2006/relationships/slide" Target="/ppt/slides/slide9.xml" Id="Rf1f5c866bc3940b2" /><Relationship Type="http://schemas.openxmlformats.org/officeDocument/2006/relationships/slide" Target="/ppt/slides/slide10.xml" Id="Reb7b70244fe34ae5" /><Relationship Type="http://schemas.openxmlformats.org/officeDocument/2006/relationships/slide" Target="/ppt/slides/slide11.xml" Id="R5d974b7e403841d0" /><Relationship Type="http://schemas.openxmlformats.org/officeDocument/2006/relationships/slide" Target="/ppt/slides/slide12.xml" Id="R5dc604028c88454d" /><Relationship Type="http://schemas.openxmlformats.org/officeDocument/2006/relationships/slide" Target="/ppt/slides/slide13.xml" Id="Rf5f8d57bf9f14381" /><Relationship Type="http://schemas.openxmlformats.org/officeDocument/2006/relationships/slide" Target="/ppt/slides/slide14.xml" Id="R41f07951ac1f4a67" /><Relationship Type="http://schemas.openxmlformats.org/officeDocument/2006/relationships/slide" Target="/ppt/slides/slide15.xml" Id="Rb049d3290dee475e" /><Relationship Type="http://schemas.openxmlformats.org/officeDocument/2006/relationships/slide" Target="/ppt/slides/slide16.xml" Id="Rbe5603614cbc410e" /><Relationship Type="http://schemas.openxmlformats.org/officeDocument/2006/relationships/slide" Target="/ppt/slides/slide17.xml" Id="R124d53d6e25c439d" /><Relationship Type="http://schemas.openxmlformats.org/officeDocument/2006/relationships/slide" Target="/ppt/slides/slide18.xml" Id="R9da8a52cb7c6473d" /><Relationship Type="http://schemas.openxmlformats.org/officeDocument/2006/relationships/slide" Target="/ppt/slides/slide19.xml" Id="Rbc86b344e1c540c5" /><Relationship Type="http://schemas.openxmlformats.org/officeDocument/2006/relationships/slide" Target="/ppt/slides/slide20.xml" Id="R06d230ae85ed4d2e" /><Relationship Type="http://schemas.openxmlformats.org/officeDocument/2006/relationships/slide" Target="/ppt/slides/slide21.xml" Id="R3b3309af6ff64eca" /><Relationship Type="http://schemas.openxmlformats.org/officeDocument/2006/relationships/slide" Target="/ppt/slides/slide22.xml" Id="R854fb8e1530d4498" /><Relationship Type="http://schemas.openxmlformats.org/officeDocument/2006/relationships/slide" Target="/ppt/slides/slide23.xml" Id="R0858957ede424c17" /><Relationship Type="http://schemas.openxmlformats.org/officeDocument/2006/relationships/slide" Target="/ppt/slides/slide24.xml" Id="R124959c919b847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e311c41a7b4b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1b191dd2c84378" /><Relationship Type="http://schemas.openxmlformats.org/officeDocument/2006/relationships/notesMaster" Target="/ppt/notesMasters/notesMaster1.xml" Id="R1d6c757ae80c4c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1fe424a26c4a86" /><Relationship Type="http://schemas.openxmlformats.org/officeDocument/2006/relationships/notesMaster" Target="/ppt/notesMasters/notesMaster1.xml" Id="R1cd2097920c942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5decb4f8f0415a" /><Relationship Type="http://schemas.openxmlformats.org/officeDocument/2006/relationships/notesMaster" Target="/ppt/notesMasters/notesMaster1.xml" Id="R49fa1e64086440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dd0c2edc18472f" /><Relationship Type="http://schemas.openxmlformats.org/officeDocument/2006/relationships/notesMaster" Target="/ppt/notesMasters/notesMaster1.xml" Id="Rf8b148415cba44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52bd8f7d4a47d0" /><Relationship Type="http://schemas.openxmlformats.org/officeDocument/2006/relationships/notesMaster" Target="/ppt/notesMasters/notesMaster1.xml" Id="Red68fcd80ed949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41f14d8a434c31" /><Relationship Type="http://schemas.openxmlformats.org/officeDocument/2006/relationships/notesMaster" Target="/ppt/notesMasters/notesMaster1.xml" Id="R9a282742ae7d4b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d411082d614138" /><Relationship Type="http://schemas.openxmlformats.org/officeDocument/2006/relationships/notesMaster" Target="/ppt/notesMasters/notesMaster1.xml" Id="R4582dd42a3d645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be4b16f6ad409f" /><Relationship Type="http://schemas.openxmlformats.org/officeDocument/2006/relationships/notesMaster" Target="/ppt/notesMasters/notesMaster1.xml" Id="R12b311d993a543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9eab571a4e4efb" /><Relationship Type="http://schemas.openxmlformats.org/officeDocument/2006/relationships/notesMaster" Target="/ppt/notesMasters/notesMaster1.xml" Id="Rbe54e66f52f848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a06d31b3df4a7b" /><Relationship Type="http://schemas.openxmlformats.org/officeDocument/2006/relationships/notesMaster" Target="/ppt/notesMasters/notesMaster1.xml" Id="R1e3bcdbd05ff4e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2e6b038f7642a8" /><Relationship Type="http://schemas.openxmlformats.org/officeDocument/2006/relationships/notesMaster" Target="/ppt/notesMasters/notesMaster1.xml" Id="Rbc051a87481b41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90831fb30b4121" /><Relationship Type="http://schemas.openxmlformats.org/officeDocument/2006/relationships/notesMaster" Target="/ppt/notesMasters/notesMaster1.xml" Id="R371872417e7f4b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3524f8fff14b22" /><Relationship Type="http://schemas.openxmlformats.org/officeDocument/2006/relationships/notesMaster" Target="/ppt/notesMasters/notesMaster1.xml" Id="R86baa4f964344b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1ec023a30d4ea7" /><Relationship Type="http://schemas.openxmlformats.org/officeDocument/2006/relationships/notesMaster" Target="/ppt/notesMasters/notesMaster1.xml" Id="R22add0398ce742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25e40bb6e2465d" /><Relationship Type="http://schemas.openxmlformats.org/officeDocument/2006/relationships/notesMaster" Target="/ppt/notesMasters/notesMaster1.xml" Id="R263a37e8456f47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6946e638f046b3" /><Relationship Type="http://schemas.openxmlformats.org/officeDocument/2006/relationships/notesMaster" Target="/ppt/notesMasters/notesMaster1.xml" Id="R6aeb229dc1e744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835f74c008404c" /><Relationship Type="http://schemas.openxmlformats.org/officeDocument/2006/relationships/notesMaster" Target="/ppt/notesMasters/notesMaster1.xml" Id="R700ed2db896640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0311c9883a487e" /><Relationship Type="http://schemas.openxmlformats.org/officeDocument/2006/relationships/notesMaster" Target="/ppt/notesMasters/notesMaster1.xml" Id="Rcd3274f2261f40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67265be554443a" /><Relationship Type="http://schemas.openxmlformats.org/officeDocument/2006/relationships/notesMaster" Target="/ppt/notesMasters/notesMaster1.xml" Id="Rfb9cfbdc2343447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b43efb202647a7" /><Relationship Type="http://schemas.openxmlformats.org/officeDocument/2006/relationships/notesMaster" Target="/ppt/notesMasters/notesMaster1.xml" Id="Rafc8b9f209c947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9fcfa94236b465d" /><Relationship Type="http://schemas.openxmlformats.org/officeDocument/2006/relationships/notesMaster" Target="/ppt/notesMasters/notesMaster1.xml" Id="R10450441eda646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c1f786dcdf4155" /><Relationship Type="http://schemas.openxmlformats.org/officeDocument/2006/relationships/notesMaster" Target="/ppt/notesMasters/notesMaster1.xml" Id="R9e55f98f89824d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d115d7039354314" /><Relationship Type="http://schemas.openxmlformats.org/officeDocument/2006/relationships/notesMaster" Target="/ppt/notesMasters/notesMaster1.xml" Id="R0d56d3fe85864b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23d8bee3f64f66" /><Relationship Type="http://schemas.openxmlformats.org/officeDocument/2006/relationships/notesMaster" Target="/ppt/notesMasters/notesMaster1.xml" Id="Rdec719dbdfc547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OS-A01, The National Information Ecosystem. This lesson examines the system in which official statistics are authorized, produced, exchanged, interpreted and used. We will work from the needs of public decision makers and citizens back through data flows, institutions, safeguards and evidence. The central question is practical: before an institution adopts artificial intelligence, does it understand the information system that AI would depend on? By the end of the lesson, you should be able to map that system, identify material gaps, distinguish evidence from assumptions and screen an AI opportunity without overstating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has four outcomes. First, you will define a defensible ecosystem boundary and identify the actors inside it. Second, you will trace information from its source through transformations and handoffs to the decision it informs. Third, you will assess whether the available information has the required quality, authority, security and accountability. Finally, you will screen a proposed AI use case and decide whether the evidence supports proceeding, improving the underlying system first or stopping. These outcomes treat AI readiness as an institutional and statistical question, rather than a software procurement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information ecosystem includes more than datasets. It includes the people and institutions that produce or use information, the assets they maintain, the rules that authorize their actions, the processes and technology that move information, and the accountability arrangements that govern decisions. The word ecosystem matters because these elements interact. A technically sound dataset can still fail if no institution has authority to maintain it, if handoffs are undocumented or if users cannot interpret its limitations. A credible map therefore connects institutional roles, information assets, transformations, safeguards and decisions inside a clearly stated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Ecosystem mapping becomes manageable when we distinguish three nested boundaries. The broadest boundary is the national information ecosystem, which includes official and nonofficial information relevant to public decisions. Within it sits the national statistical system and the institutions responsible for official statistics. The narrowest boundary is a specific product or use case, such as agricultural production estimates or an early warning indicator. A readiness claim only has meaning when it names the boundary. An institution may have strong capability for one statistical product while the wider national system still has serious coordination, access or quality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institution can perform several roles, but the roles should not be confused. A producer creates or compiles information. A methodological authority defines standards, classifications and quality requirements. A custodian maintains records and controls access. A coordinator aligns institutions and resolves gaps or duplication. The same organization may produce a survey, maintain its archive and issue methodological guidance, yet each function carries a different accountability. Mapping roles at this level helps reveal where authority is missing, where mandates overlap and where an AI system could accidentally bypass a required institutional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asset inventory covers more than files stored in a database. Administrative records may capture transactions or service delivery. Surveys and censuses provide designed observations for defined populations. Geospatial and sensor data add location and environmental measurements. Reference information includes classifications, metadata and business rules that make other assets interpretable. For each asset, record the owner, purpose, population, geography, reference period, frequency, transformations, access conditions and known quality limitations. AI cannot repair an asset whose meaning, coverage or provenance remains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flow map follows information from source to use. At each handoff, identify the sending and receiving actors, the format, timing, transformation, control and potential failure. Validation deserves special attention because a dataset can move successfully while its meaning changes or its quality deteriorates. The map should also show where records support each step, such as a transfer log, validation report, approval or revision note. When responsibility and evidence follow the data, teams can locate failures, correct them and explain what happened. This traceability becomes essential when an AI system adds another transformation to the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requires both statistical quality and institutional safeguards. Statistical quality asks whether information is relevant, accurate, timely, coherent and accessible for its intended use. Safeguards ask whether the actors have authority, whether confidentiality and security controls are adequate, whether the process can be audited and whether a responsible person remains accountable for the decision. A technically accurate model can still be unacceptable if it uses data without authority or if no one can explain and challenge its output. The intended decision determines which quality dimensions and safeguards matter most.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material statement in the map should carry an evidence label. Evidenced means that a document, dataset, system record or validated observation supports the statement. Reported means that a knowledgeable person stated it, but the team has not independently confirmed it. Unknown means that the information is unavailable, conflicting or still under review. These labels prevent confidence from increasing merely because a statement appears repeatedly in meetings or reports. They also create a practical workplan. Reported claims require confirmation, and unknowns require investigation or an explicit decision to proceed with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work uses the fictional Republic of Kintaba. The case includes twelve actors, ten information assets, eight flows, eight evidence records, six risks and five candidate AI opportunities. Kintaba faces realistic problems: agricultural estimates come from several sources, actor responsibilities overlap, classifications differ and some handoffs depend on informal processes. Because the case is synthetic, learners can examine institutional weaknesses without exposing confidential country information. The task is to build a defensible explanation of the ecosystem and use that explanation to screen proposed AI applications.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exercise sequence moves from the institutional map to an AI decision. Exercise one identifies actors, roles, evidence and authority. Exercise two inventories the information assets and tests whether their ownership and quality are clear. Exercise three traces a critical flow from source to decision, including transformations and failure points. Exercise four screens a proposed AI opportunity using the evidence gathered in the earlier steps. At every stage, record what is evidenced, what remains reported and what is unknown. The quality of the final recommendation depends on this discipline.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opportunity screening begins with the decision or service that should improve, not with a preferred technology. Describe the current baseline and identify the data assets that would support the task. Then assess quality limitations and the authority required to use the data and act on the output. The final decision has three defensible forms. Proceed when the evidence and safeguards support a controlled pilot. Improve first when material gaps can be addressed. Stop when the purpose, authority, evidence or risk profile does not support further work. A stop decision can be a successful result of responsible screening.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failure patterns weaken ecosystem diagnostics. An inventory without a defined purpose produces long lists that do not explain decisions. Teams may assume that data access or operational ownership provides legal authority, although those are separate questions. Composite readiness scores can hide a critical weakness if strong dimensions average out a missing safeguard. Finally, selecting an AI tool first creates pressure to reinterpret the evidence as justification. A credible diagnostic does the opposite. It makes uncertainty, disagreement and missing authority visible so that leaders can act on the real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 should lead to a sequenced action plan. In the first ninety days, confirm mandates, ownership and the most important evidence gaps. Over the next three to six months, repair priority flows, metadata and quality controls. Once those foundations are credible, run controlled pilots with explicit statistical assurance and safeguards. Continue reviewing outcomes, risks and public value after deployment. Each action needs a named owner, an evidence requirement, a deadline and a decision point. This turns the ecosystem map into a management instrument rather than a one-time workshop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Assessment focuses on the quality of reasoning and evidence. A strong submission states and justifies its boundary, identifies actors and authority with appropriate evidence, traces a critical information flow and reaches a realistic AI screening decision. It also makes uncertainty and safeguards explicit. The assessment does not reward optimism about AI or the volume of material collected. It rewards a coherent argument that another reviewer could inspect, challenge and reproduce. This standard supports accountable decisions in official statistics, where the consequences of poor information can extend far beyond the immediate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ecosystem method applies across public sectors. Agriculture, education, health and habitat rely on different actors, assets and decisions, yet each domain needs a clear boundary, traceable evidence, statistical quality and accountable authority. This section moves from the general method to the Kintaba evidence package. We will examine the risk register and the candidate AI opportunities to see how a diagnostic changes the decision. The objective is not to rank technologies. It is to identify which proposal, if any, has enough institutional and statistical support for a controlled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Kintaba laboratory uses seven linked datasets. The evidence package describes twelve actors, ten information assets, eight flows, five needs, eight evidence records, six material risks and five candidate AI opportunities. These files connect institutional claims to reproducible analytical outputs. Actor and asset identifiers support referential integrity. Risk and opportunity records preserve the reasoning behind each recommendation. This structure allows a reviewer to trace a conclusion back to its source rather than relying on a presentation summary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Kintaba risk register multiplies likelihood by impact to show relative exposure. Inconsistent concepts and definitions has the highest score at twenty-five. Coverage bias, missing identifiers and overgeneralizing pilot accuracy each score twenty. Weak continuity scores sixteen, while confidentiality or unlawful reuse scores fifteen. These values do not replace judgment, but they show why technical integration cannot begin with data merging alone. The leading mitigation is to agree classifications, metadata and revision policy before integration. Without that foundation, additional automation can make inconsistencies spread faster.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AI opportunities share a clear pattern. Data readiness ranges from two to three on a five-point scale, while methodological risk ranges from four to five. Readiness therefore remains below risk for every proposal. The crop-condition nowcast and crop-stress detection have enough value to justify only controlled pilots. Estimate reconciliation requires metadata and provenance work first. Holding-frame prioritization remains a research prototype. Irrigation coverage gap detection should not be automated until the source data improve. The portfolio view prevents a promising title from obscuring weak 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opportunity receives a disposition that reflects the evidence. Controlled pilot only means the team may test a bounded use case with explicit validation and stopping rules. Metadata and provenance first means the institution should repair traceability before modeling. Research prototype separates exploration from operational claims. Improve source data before automation means that the current information cannot support an accountable automated decision. These labels create different pathways, rather than forcing every proposal into a single approval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pilot needs a precise boundary. Name one decision or service, define the population and exclusions, specify the evidence and comparison, and identify the approver and operator. The pilot also needs exit conditions that state when to stop, revise or consider scaling. This structure prevents a successful demonstration from becoming an informal authorization for general deployment. A pilot tests a bounded claim under stated conditions. Broader use requires new evidence and a separate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Statistical assurance turns a pilot result into inspectable evidence. Record the baseline process and its error profile. Choose validity metrics that match the intended use and examine performance across relevant subgroups or domains. Define drift monitoring and triggers. Preserve provenance, code, versions and parameters so another analyst can reproduce the result. Require independent challenge and approval before release. The release record should state scope, limitations and revision arrangements. This evidence supports accountability after the original project team has moved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institutional action plan starts with mandates, classifications and evidence gaps. The next priority is to repair critical flows, identifiers and metadata. Only then should teams run bounded pilots with statistical assurance. Risk, public value and accountability require continuing review throughout the lifecycle. This sequence strengthens the information ecosystem even when an AI proposal does not proceed. That is an important measure of value: the diagnostic improves the institution’s ability to produce and use trustworthy official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defensible AI decision begins with trustworthy official statistics. Proceed when the evidence supports a bounded pilot with clear assurance and accountability. Improve first when material gaps can be repaired before testing. Stop when the purpose, authority, evidence or safeguards remain insufficient. The Kintaba laboratory now asks you to apply these distinctions and preserve the evidence record. The goal is not to approve the largest number of AI projects. The goal is to make decisions that institutions can explain, review and defend.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7fe9a75ced45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e78877e4d049e5" /><Relationship Type="http://schemas.openxmlformats.org/officeDocument/2006/relationships/slideLayout" Target="/ppt/slideLayouts/slideLayout1.xml" Id="R5ff62b0bb47b41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f62b0bb47b41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8efe71470a42ba" /><Relationship Type="http://schemas.openxmlformats.org/officeDocument/2006/relationships/image" Target="/ppt/media/image.png" Id="R474bba3406224885" /><Relationship Type="http://schemas.openxmlformats.org/officeDocument/2006/relationships/notesSlide" Target="/ppt/notesSlides/notesSlide1.xml" Id="R350441ad4b1440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196b4af76945ef" /><Relationship Type="http://schemas.openxmlformats.org/officeDocument/2006/relationships/notesSlide" Target="/ppt/notesSlides/notesSlide2.xml" Id="R5b70f2c76cf946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4239934223463c" /><Relationship Type="http://schemas.openxmlformats.org/officeDocument/2006/relationships/notesSlide" Target="/ppt/notesSlides/notesSlide3.xml" Id="R9e0c941d8de94c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41da6de0504b91" /><Relationship Type="http://schemas.openxmlformats.org/officeDocument/2006/relationships/notesSlide" Target="/ppt/notesSlides/notesSlide4.xml" Id="R90f7f08da32e42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65732f0e464d24" /><Relationship Type="http://schemas.openxmlformats.org/officeDocument/2006/relationships/notesSlide" Target="/ppt/notesSlides/notesSlide5.xml" Id="Rced2f3d7063a42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1983bc2f8d471f" /><Relationship Type="http://schemas.openxmlformats.org/officeDocument/2006/relationships/notesSlide" Target="/ppt/notesSlides/notesSlide6.xml" Id="Ra08888a8d0ca41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53288a5cc14f6d" /><Relationship Type="http://schemas.openxmlformats.org/officeDocument/2006/relationships/notesSlide" Target="/ppt/notesSlides/notesSlide7.xml" Id="Rf66f632897f24e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b27bed41094d35" /><Relationship Type="http://schemas.openxmlformats.org/officeDocument/2006/relationships/notesSlide" Target="/ppt/notesSlides/notesSlide8.xml" Id="R558e075048c24c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a03c4da608436a" /><Relationship Type="http://schemas.openxmlformats.org/officeDocument/2006/relationships/notesSlide" Target="/ppt/notesSlides/notesSlide9.xml" Id="R83dc3ffd04134c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91b45cb27e42b5" /><Relationship Type="http://schemas.openxmlformats.org/officeDocument/2006/relationships/notesSlide" Target="/ppt/notesSlides/notesSlide10.xml" Id="R56deebb9b26643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2e807345724849" /><Relationship Type="http://schemas.openxmlformats.org/officeDocument/2006/relationships/notesSlide" Target="/ppt/notesSlides/notesSlide11.xml" Id="R06f7fe92be314e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7c9f92bc3e4ddb" /><Relationship Type="http://schemas.openxmlformats.org/officeDocument/2006/relationships/notesSlide" Target="/ppt/notesSlides/notesSlide12.xml" Id="R6c73fd160aff49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cd5843889b46eb" /><Relationship Type="http://schemas.openxmlformats.org/officeDocument/2006/relationships/notesSlide" Target="/ppt/notesSlides/notesSlide13.xml" Id="R99e5042f0c3b41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2cc72da6a448bd" /><Relationship Type="http://schemas.openxmlformats.org/officeDocument/2006/relationships/notesSlide" Target="/ppt/notesSlides/notesSlide14.xml" Id="Rf113a460301d41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44f4ecf4ed245ad" /><Relationship Type="http://schemas.openxmlformats.org/officeDocument/2006/relationships/notesSlide" Target="/ppt/notesSlides/notesSlide15.xml" Id="Rcb681dd89df14b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dd158c467048ce" /><Relationship Type="http://schemas.openxmlformats.org/officeDocument/2006/relationships/image" Target="/ppt/media/image2.png" Id="Ra26c6ed7e96b4b79" /><Relationship Type="http://schemas.openxmlformats.org/officeDocument/2006/relationships/notesSlide" Target="/ppt/notesSlides/notesSlide16.xml" Id="Ra29716f722924e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3d5791abd3c45d2" /><Relationship Type="http://schemas.openxmlformats.org/officeDocument/2006/relationships/notesSlide" Target="/ppt/notesSlides/notesSlide17.xml" Id="Rcc7ff676d64943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4832f7287134bd6" /><Relationship Type="http://schemas.openxmlformats.org/officeDocument/2006/relationships/notesSlide" Target="/ppt/notesSlides/notesSlide18.xml" Id="R427a67d1e1854b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427a87c08a74089" /><Relationship Type="http://schemas.openxmlformats.org/officeDocument/2006/relationships/notesSlide" Target="/ppt/notesSlides/notesSlide19.xml" Id="R7fea25bd0a384d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499ad985ee4763" /><Relationship Type="http://schemas.openxmlformats.org/officeDocument/2006/relationships/notesSlide" Target="/ppt/notesSlides/notesSlide20.xml" Id="Re4e5f9b58a8840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b68230795d24edd" /><Relationship Type="http://schemas.openxmlformats.org/officeDocument/2006/relationships/notesSlide" Target="/ppt/notesSlides/notesSlide21.xml" Id="Rbf1ef5a6082548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2cf22856e1f4a39" /><Relationship Type="http://schemas.openxmlformats.org/officeDocument/2006/relationships/notesSlide" Target="/ppt/notesSlides/notesSlide22.xml" Id="R2c29f093a6c6452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a9c428f83fd4dd8" /><Relationship Type="http://schemas.openxmlformats.org/officeDocument/2006/relationships/notesSlide" Target="/ppt/notesSlides/notesSlide23.xml" Id="R484c63d7800a408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a9f6a5521ee4839" /><Relationship Type="http://schemas.openxmlformats.org/officeDocument/2006/relationships/notesSlide" Target="/ppt/notesSlides/notesSlide24.xml" Id="R355e9d7b49ad40b1" /></Relationships>
</file>

<file path=ppt/slides/slide1.xml><?xml version="1.0" encoding="utf-8"?>
<p:sld xmlns:p="http://schemas.openxmlformats.org/presentationml/2006/main">
  <p:cSld>
    <p:bg>
      <p:bgPr>
        <a:solidFill xmlns:a="http://schemas.openxmlformats.org/drawingml/2006/main">
          <a:srgbClr val="12344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74bba3406224885"/>
          <a:srcRect xmlns:a="http://schemas.openxmlformats.org/drawingml/2006/main" l="25378" t="0" r="25378"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2373CB-5C57-4A52-9639-D6EA1A914A47}"/>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2344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210D19-4A5D-4C2E-B41A-14408A52261A}"/>
              </a:ext>
            </a:extLst>
          </p:cNvPr>
          <p:cNvSpPr>
            <a:spLocks xmlns:a="http://schemas.openxmlformats.org/drawingml/2006/main" noGrp="1"/>
          </p:cNvSpPr>
          <p:nvPr/>
        </p:nvSpPr>
        <p:spPr>
          <a:xfrm xmlns:a="http://schemas.openxmlformats.org/drawingml/2006/main">
            <a:off x="609600" y="4762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9C46A"/>
                </a:solidFill>
                <a:latin typeface="Bitstream Charter"/>
                <a:ea typeface="Bitstream Charter"/>
                <a:cs typeface="Bitstream Charter"/>
              </a:defRPr>
            </a:pPr>
            <a:r>
              <a:rPr sz="1050" b="1">
                <a:solidFill>
                  <a:srgbClr val="E9C46A"/>
                </a:solidFill>
                <a:latin typeface="Bitstream Charter"/>
                <a:ea typeface="Bitstream Charter"/>
                <a:cs typeface="Bitstream Charter"/>
              </a:rPr>
              <a:t>OFFICIAL STATISTICS PATHWAY  |  OS-A01</a:t>
            </a:r>
          </a:p>
        </p:txBody>
      </p:sp>
      <p:sp>
        <p:nvSpPr>
          <p:cNvPr id="4" name="">
            <a:extLst xmlns:a="http://schemas.openxmlformats.org/drawingml/2006/main">
              <a:ext uri="{FF2B5EF4-FFF2-40B4-BE49-F238E27FC236}">
                <a16:creationId xmlns:a16="http://schemas.microsoft.com/office/drawing/2014/main" id="{EC021826-2561-4796-B45C-70CFDCD65169}"/>
              </a:ext>
            </a:extLst>
          </p:cNvPr>
          <p:cNvSpPr>
            <a:spLocks xmlns:a="http://schemas.openxmlformats.org/drawingml/2006/main" noGrp="1"/>
          </p:cNvSpPr>
          <p:nvPr/>
        </p:nvSpPr>
        <p:spPr>
          <a:xfrm xmlns:a="http://schemas.openxmlformats.org/drawingml/2006/main">
            <a:off x="609600" y="1381125"/>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51"/>
          </a:bodyPr>
          <a:lstStyle xmlns:a="http://schemas.openxmlformats.org/drawingml/2006/main"/>
          <a:p xmlns:a="http://schemas.openxmlformats.org/drawingml/2006/main">
            <a:pPr algn="l">
              <a:defRPr sz="3750" b="1">
                <a:solidFill>
                  <a:srgbClr val="FFFFFF"/>
                </a:solidFill>
                <a:latin typeface="Bitstream Charter"/>
                <a:ea typeface="Bitstream Charter"/>
                <a:cs typeface="Bitstream Charter"/>
              </a:defRPr>
            </a:pPr>
            <a:r>
              <a:rPr sz="3750" b="1">
                <a:solidFill>
                  <a:srgbClr val="FFFFFF"/>
                </a:solidFill>
                <a:latin typeface="Bitstream Charter"/>
                <a:ea typeface="Bitstream Charter"/>
                <a:cs typeface="Bitstream Charter"/>
              </a:rPr>
              <a:t>The National Information</a:t>
            </a:r>
          </a:p>
          <a:p xmlns:a="http://schemas.openxmlformats.org/drawingml/2006/main">
            <a:pPr algn="l">
              <a:defRPr sz="3750" b="1">
                <a:solidFill>
                  <a:srgbClr val="FFFFFF"/>
                </a:solidFill>
                <a:latin typeface="Bitstream Charter"/>
                <a:ea typeface="Bitstream Charter"/>
                <a:cs typeface="Bitstream Charter"/>
              </a:defRPr>
            </a:pPr>
            <a:r>
              <a:rPr sz="3750" b="1">
                <a:solidFill>
                  <a:srgbClr val="FFFFFF"/>
                </a:solidFill>
                <a:latin typeface="Bitstream Charter"/>
                <a:ea typeface="Bitstream Charter"/>
                <a:cs typeface="Bitstream Charter"/>
              </a:rPr>
              <a:t>Ecosystem</a:t>
            </a:r>
          </a:p>
        </p:txBody>
      </p:sp>
      <p:sp>
        <p:nvSpPr>
          <p:cNvPr id="5" name="">
            <a:extLst xmlns:a="http://schemas.openxmlformats.org/drawingml/2006/main">
              <a:ext uri="{FF2B5EF4-FFF2-40B4-BE49-F238E27FC236}">
                <a16:creationId xmlns:a16="http://schemas.microsoft.com/office/drawing/2014/main" id="{38FE98EF-AF5B-4C10-9A0D-C023B11F281D}"/>
              </a:ext>
            </a:extLst>
          </p:cNvPr>
          <p:cNvSpPr>
            <a:spLocks xmlns:a="http://schemas.openxmlformats.org/drawingml/2006/main" noGrp="1"/>
          </p:cNvSpPr>
          <p:nvPr/>
        </p:nvSpPr>
        <p:spPr>
          <a:xfrm xmlns:a="http://schemas.openxmlformats.org/drawingml/2006/main">
            <a:off x="647700" y="31432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9C46A"/>
                </a:solidFill>
                <a:latin typeface="Bitstream Charter"/>
                <a:ea typeface="Bitstream Charter"/>
                <a:cs typeface="Bitstream Charter"/>
              </a:defRPr>
            </a:pPr>
            <a:r>
              <a:rPr sz="1800" b="0">
                <a:solidFill>
                  <a:srgbClr val="E9C46A"/>
                </a:solidFill>
                <a:latin typeface="Bitstream Charter"/>
                <a:ea typeface="Bitstream Charter"/>
                <a:cs typeface="Bitstream Charter"/>
              </a:rPr>
              <a:t>Evidence, institutions and accountable AI readiness</a:t>
            </a:r>
          </a:p>
        </p:txBody>
      </p:sp>
      <p:sp>
        <p:nvSpPr>
          <p:cNvPr id="6" name="">
            <a:extLst xmlns:a="http://schemas.openxmlformats.org/drawingml/2006/main">
              <a:ext uri="{FF2B5EF4-FFF2-40B4-BE49-F238E27FC236}">
                <a16:creationId xmlns:a16="http://schemas.microsoft.com/office/drawing/2014/main" id="{D083F48F-E8EC-4E08-80E8-F45E92E43B6D}"/>
              </a:ext>
            </a:extLst>
          </p:cNvPr>
          <p:cNvSpPr>
            <a:spLocks xmlns:a="http://schemas.openxmlformats.org/drawingml/2006/main" noGrp="1"/>
          </p:cNvSpPr>
          <p:nvPr/>
        </p:nvSpPr>
        <p:spPr>
          <a:xfrm xmlns:a="http://schemas.openxmlformats.org/drawingml/2006/main">
            <a:off x="647700" y="5810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Bitstream Charter"/>
                <a:ea typeface="Bitstream Charter"/>
                <a:cs typeface="Bitstream Charter"/>
              </a:defRPr>
            </a:pPr>
            <a:r>
              <a:rPr sz="1350" b="0">
                <a:solidFill>
                  <a:srgbClr val="FFFFFF"/>
                </a:solidFill>
                <a:latin typeface="Bitstream Charter"/>
                <a:ea typeface="Bitstream Charter"/>
                <a:cs typeface="Bitstream Charter"/>
              </a:rPr>
              <a:t>Candidate lesson presentation  |  v0.1</a:t>
            </a:r>
          </a:p>
        </p:txBody>
      </p:sp>
    </p:spTree>
    <p:extLst>
      <p:ext uri="{BB962C8B-B14F-4D97-AF65-F5344CB8AC3E}">
        <p14:creationId xmlns:p14="http://schemas.microsoft.com/office/powerpoint/2010/main" val="6103302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33D801A-F3CE-4EB4-A18B-5AF6C4ABC0C8}"/>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ECD355B0-2E31-4FCC-9049-8CD044AEE388}"/>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Learning outcomes</a:t>
            </a:r>
          </a:p>
        </p:txBody>
      </p:sp>
      <p:sp>
        <p:nvSpPr>
          <p:cNvPr id="3" name="">
            <a:extLst xmlns:a="http://schemas.openxmlformats.org/drawingml/2006/main">
              <a:ext uri="{FF2B5EF4-FFF2-40B4-BE49-F238E27FC236}">
                <a16:creationId xmlns:a16="http://schemas.microsoft.com/office/drawing/2014/main" id="{7B7E4D72-A3D0-45D4-883C-6E89AFDC4238}"/>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3BE33B-CEA9-4E98-96CA-FDDE87E4A82B}"/>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4F8395F6-E95A-41C6-9F9A-3F08C2DF2EE5}"/>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6276B70E-7CEF-47CC-99C7-6B9C87BAB26F}"/>
              </a:ext>
            </a:extLst>
          </p:cNvPr>
          <p:cNvSpPr>
            <a:spLocks xmlns:a="http://schemas.openxmlformats.org/drawingml/2006/main" noGrp="1"/>
          </p:cNvSpPr>
          <p:nvPr/>
        </p:nvSpPr>
        <p:spPr>
          <a:xfrm xmlns:a="http://schemas.openxmlformats.org/drawingml/2006/main">
            <a:off x="762000" y="1381125"/>
            <a:ext cx="1428750" cy="400050"/>
          </a:xfrm>
          <a:prstGeom xmlns:a="http://schemas.openxmlformats.org/drawingml/2006/main" prst="roundRect">
            <a:avLst>
              <a:gd name="adj" fmla="val 19048"/>
            </a:avLst>
          </a:prstGeom>
          <a:solidFill xmlns:a="http://schemas.openxmlformats.org/drawingml/2006/main">
            <a:srgbClr val="1F6E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CE73426-48CD-40AA-9191-016A8DC98191}"/>
              </a:ext>
            </a:extLst>
          </p:cNvPr>
          <p:cNvSpPr>
            <a:spLocks xmlns:a="http://schemas.openxmlformats.org/drawingml/2006/main" noGrp="1"/>
          </p:cNvSpPr>
          <p:nvPr/>
        </p:nvSpPr>
        <p:spPr>
          <a:xfrm xmlns:a="http://schemas.openxmlformats.org/drawingml/2006/main">
            <a:off x="876300" y="1419225"/>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Map</a:t>
            </a:r>
          </a:p>
        </p:txBody>
      </p:sp>
      <p:sp>
        <p:nvSpPr>
          <p:cNvPr id="8" name="">
            <a:extLst xmlns:a="http://schemas.openxmlformats.org/drawingml/2006/main">
              <a:ext uri="{FF2B5EF4-FFF2-40B4-BE49-F238E27FC236}">
                <a16:creationId xmlns:a16="http://schemas.microsoft.com/office/drawing/2014/main" id="{0C736D77-B9C8-4082-8380-FD4ED76B6775}"/>
              </a:ext>
            </a:extLst>
          </p:cNvPr>
          <p:cNvSpPr>
            <a:spLocks xmlns:a="http://schemas.openxmlformats.org/drawingml/2006/main" noGrp="1"/>
          </p:cNvSpPr>
          <p:nvPr/>
        </p:nvSpPr>
        <p:spPr>
          <a:xfrm xmlns:a="http://schemas.openxmlformats.org/drawingml/2006/main">
            <a:off x="2476500" y="138112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Define the ecosystem boundary and its actors</a:t>
            </a:r>
          </a:p>
        </p:txBody>
      </p:sp>
      <p:sp>
        <p:nvSpPr>
          <p:cNvPr id="9" name="">
            <a:extLst xmlns:a="http://schemas.openxmlformats.org/drawingml/2006/main">
              <a:ext uri="{FF2B5EF4-FFF2-40B4-BE49-F238E27FC236}">
                <a16:creationId xmlns:a16="http://schemas.microsoft.com/office/drawing/2014/main" id="{8888D823-403C-4330-8D2C-C1346CE25074}"/>
              </a:ext>
            </a:extLst>
          </p:cNvPr>
          <p:cNvSpPr>
            <a:spLocks xmlns:a="http://schemas.openxmlformats.org/drawingml/2006/main" noGrp="1"/>
          </p:cNvSpPr>
          <p:nvPr/>
        </p:nvSpPr>
        <p:spPr>
          <a:xfrm xmlns:a="http://schemas.openxmlformats.org/drawingml/2006/main">
            <a:off x="762000" y="2447925"/>
            <a:ext cx="1428750" cy="400050"/>
          </a:xfrm>
          <a:prstGeom xmlns:a="http://schemas.openxmlformats.org/drawingml/2006/main" prst="roundRect">
            <a:avLst>
              <a:gd name="adj" fmla="val 19048"/>
            </a:avLst>
          </a:prstGeom>
          <a:solidFill xmlns:a="http://schemas.openxmlformats.org/drawingml/2006/main">
            <a:srgbClr val="2A9D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B04D842-1770-4D29-AB7A-E416B21F68E5}"/>
              </a:ext>
            </a:extLst>
          </p:cNvPr>
          <p:cNvSpPr>
            <a:spLocks xmlns:a="http://schemas.openxmlformats.org/drawingml/2006/main" noGrp="1"/>
          </p:cNvSpPr>
          <p:nvPr/>
        </p:nvSpPr>
        <p:spPr>
          <a:xfrm xmlns:a="http://schemas.openxmlformats.org/drawingml/2006/main">
            <a:off x="876300" y="2486025"/>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Trace</a:t>
            </a:r>
          </a:p>
        </p:txBody>
      </p:sp>
      <p:sp>
        <p:nvSpPr>
          <p:cNvPr id="11" name="">
            <a:extLst xmlns:a="http://schemas.openxmlformats.org/drawingml/2006/main">
              <a:ext uri="{FF2B5EF4-FFF2-40B4-BE49-F238E27FC236}">
                <a16:creationId xmlns:a16="http://schemas.microsoft.com/office/drawing/2014/main" id="{5BBB6ACD-760A-416C-8E4B-39EB41E05ACE}"/>
              </a:ext>
            </a:extLst>
          </p:cNvPr>
          <p:cNvSpPr>
            <a:spLocks xmlns:a="http://schemas.openxmlformats.org/drawingml/2006/main" noGrp="1"/>
          </p:cNvSpPr>
          <p:nvPr/>
        </p:nvSpPr>
        <p:spPr>
          <a:xfrm xmlns:a="http://schemas.openxmlformats.org/drawingml/2006/main">
            <a:off x="2476500" y="244792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Follow information from source to decision</a:t>
            </a:r>
          </a:p>
        </p:txBody>
      </p:sp>
      <p:sp>
        <p:nvSpPr>
          <p:cNvPr id="12" name="">
            <a:extLst xmlns:a="http://schemas.openxmlformats.org/drawingml/2006/main">
              <a:ext uri="{FF2B5EF4-FFF2-40B4-BE49-F238E27FC236}">
                <a16:creationId xmlns:a16="http://schemas.microsoft.com/office/drawing/2014/main" id="{E2799DF9-4016-438B-8A7C-65DE616CBAF4}"/>
              </a:ext>
            </a:extLst>
          </p:cNvPr>
          <p:cNvSpPr>
            <a:spLocks xmlns:a="http://schemas.openxmlformats.org/drawingml/2006/main" noGrp="1"/>
          </p:cNvSpPr>
          <p:nvPr/>
        </p:nvSpPr>
        <p:spPr>
          <a:xfrm xmlns:a="http://schemas.openxmlformats.org/drawingml/2006/main">
            <a:off x="762000" y="3514725"/>
            <a:ext cx="1428750" cy="400050"/>
          </a:xfrm>
          <a:prstGeom xmlns:a="http://schemas.openxmlformats.org/drawingml/2006/main" prst="roundRect">
            <a:avLst>
              <a:gd name="adj" fmla="val 19048"/>
            </a:avLst>
          </a:prstGeom>
          <a:solidFill xmlns:a="http://schemas.openxmlformats.org/drawingml/2006/main">
            <a:srgbClr val="1F6E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4DD263-F093-40D3-853D-CB2630CCB27A}"/>
              </a:ext>
            </a:extLst>
          </p:cNvPr>
          <p:cNvSpPr>
            <a:spLocks xmlns:a="http://schemas.openxmlformats.org/drawingml/2006/main" noGrp="1"/>
          </p:cNvSpPr>
          <p:nvPr/>
        </p:nvSpPr>
        <p:spPr>
          <a:xfrm xmlns:a="http://schemas.openxmlformats.org/drawingml/2006/main">
            <a:off x="876300" y="3552825"/>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Assess</a:t>
            </a:r>
          </a:p>
        </p:txBody>
      </p:sp>
      <p:sp>
        <p:nvSpPr>
          <p:cNvPr id="14" name="">
            <a:extLst xmlns:a="http://schemas.openxmlformats.org/drawingml/2006/main">
              <a:ext uri="{FF2B5EF4-FFF2-40B4-BE49-F238E27FC236}">
                <a16:creationId xmlns:a16="http://schemas.microsoft.com/office/drawing/2014/main" id="{4FAA19FB-F49E-4C20-9B51-2C0D42F817A7}"/>
              </a:ext>
            </a:extLst>
          </p:cNvPr>
          <p:cNvSpPr>
            <a:spLocks xmlns:a="http://schemas.openxmlformats.org/drawingml/2006/main" noGrp="1"/>
          </p:cNvSpPr>
          <p:nvPr/>
        </p:nvSpPr>
        <p:spPr>
          <a:xfrm xmlns:a="http://schemas.openxmlformats.org/drawingml/2006/main">
            <a:off x="2476500" y="351472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Evaluate quality, authority and safeguards</a:t>
            </a:r>
          </a:p>
        </p:txBody>
      </p:sp>
      <p:sp>
        <p:nvSpPr>
          <p:cNvPr id="15" name="">
            <a:extLst xmlns:a="http://schemas.openxmlformats.org/drawingml/2006/main">
              <a:ext uri="{FF2B5EF4-FFF2-40B4-BE49-F238E27FC236}">
                <a16:creationId xmlns:a16="http://schemas.microsoft.com/office/drawing/2014/main" id="{9EB90885-3126-4927-B195-6A364E238505}"/>
              </a:ext>
            </a:extLst>
          </p:cNvPr>
          <p:cNvSpPr>
            <a:spLocks xmlns:a="http://schemas.openxmlformats.org/drawingml/2006/main" noGrp="1"/>
          </p:cNvSpPr>
          <p:nvPr/>
        </p:nvSpPr>
        <p:spPr>
          <a:xfrm xmlns:a="http://schemas.openxmlformats.org/drawingml/2006/main">
            <a:off x="762000" y="4581525"/>
            <a:ext cx="1428750" cy="400050"/>
          </a:xfrm>
          <a:prstGeom xmlns:a="http://schemas.openxmlformats.org/drawingml/2006/main" prst="roundRect">
            <a:avLst>
              <a:gd name="adj" fmla="val 19048"/>
            </a:avLst>
          </a:prstGeom>
          <a:solidFill xmlns:a="http://schemas.openxmlformats.org/drawingml/2006/main">
            <a:srgbClr val="2A9D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8749475-E7BE-40DF-AC37-5CBC88A5BD31}"/>
              </a:ext>
            </a:extLst>
          </p:cNvPr>
          <p:cNvSpPr>
            <a:spLocks xmlns:a="http://schemas.openxmlformats.org/drawingml/2006/main" noGrp="1"/>
          </p:cNvSpPr>
          <p:nvPr/>
        </p:nvSpPr>
        <p:spPr>
          <a:xfrm xmlns:a="http://schemas.openxmlformats.org/drawingml/2006/main">
            <a:off x="876300" y="4619625"/>
            <a:ext cx="1200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Decide</a:t>
            </a:r>
          </a:p>
        </p:txBody>
      </p:sp>
      <p:sp>
        <p:nvSpPr>
          <p:cNvPr id="17" name="">
            <a:extLst xmlns:a="http://schemas.openxmlformats.org/drawingml/2006/main">
              <a:ext uri="{FF2B5EF4-FFF2-40B4-BE49-F238E27FC236}">
                <a16:creationId xmlns:a16="http://schemas.microsoft.com/office/drawing/2014/main" id="{FD6E5F4F-4F0C-42B9-8BC7-304E0EA5BA4F}"/>
              </a:ext>
            </a:extLst>
          </p:cNvPr>
          <p:cNvSpPr>
            <a:spLocks xmlns:a="http://schemas.openxmlformats.org/drawingml/2006/main" noGrp="1"/>
          </p:cNvSpPr>
          <p:nvPr/>
        </p:nvSpPr>
        <p:spPr>
          <a:xfrm xmlns:a="http://schemas.openxmlformats.org/drawingml/2006/main">
            <a:off x="2476500" y="458152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72B3A"/>
                </a:solidFill>
                <a:latin typeface="Bitstream Charter"/>
                <a:ea typeface="Bitstream Charter"/>
                <a:cs typeface="Bitstream Charter"/>
              </a:defRPr>
            </a:pPr>
            <a:r>
              <a:rPr sz="1800" b="1">
                <a:solidFill>
                  <a:srgbClr val="172B3A"/>
                </a:solidFill>
                <a:latin typeface="Bitstream Charter"/>
                <a:ea typeface="Bitstream Charter"/>
                <a:cs typeface="Bitstream Charter"/>
              </a:rPr>
              <a:t>Screen an AI opportunity using evidence</a:t>
            </a:r>
          </a:p>
        </p:txBody>
      </p:sp>
    </p:spTree>
    <p:extLst>
      <p:ext uri="{BB962C8B-B14F-4D97-AF65-F5344CB8AC3E}">
        <p14:creationId xmlns:p14="http://schemas.microsoft.com/office/powerpoint/2010/main" val="15930711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DB3BDC-65E7-4399-8847-575962F27F44}"/>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F434A470-754D-4963-8261-13631E3A5AC9}"/>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The information ecosystem</a:t>
            </a:r>
          </a:p>
        </p:txBody>
      </p:sp>
      <p:sp>
        <p:nvSpPr>
          <p:cNvPr id="3" name="">
            <a:extLst xmlns:a="http://schemas.openxmlformats.org/drawingml/2006/main">
              <a:ext uri="{FF2B5EF4-FFF2-40B4-BE49-F238E27FC236}">
                <a16:creationId xmlns:a16="http://schemas.microsoft.com/office/drawing/2014/main" id="{C81D74C8-7D4D-4192-928F-E25CDD2FB742}"/>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3F3136-60D2-4C9A-9EAE-934B0E6CCFFF}"/>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6FEBAE05-42CC-4C71-AA4A-148EA6526886}"/>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3E923A54-ECA5-45B8-9285-EDF5F434A1A3}"/>
              </a:ext>
            </a:extLst>
          </p:cNvPr>
          <p:cNvSpPr>
            <a:spLocks xmlns:a="http://schemas.openxmlformats.org/drawingml/2006/main" noGrp="1"/>
          </p:cNvSpPr>
          <p:nvPr/>
        </p:nvSpPr>
        <p:spPr>
          <a:xfrm xmlns:a="http://schemas.openxmlformats.org/drawingml/2006/main">
            <a:off x="742950" y="1428750"/>
            <a:ext cx="10668000" cy="4000500"/>
          </a:xfrm>
          <a:prstGeom xmlns:a="http://schemas.openxmlformats.org/drawingml/2006/main" prst="roundRect">
            <a:avLst>
              <a:gd name="adj" fmla="val 1905"/>
            </a:avLst>
          </a:prstGeom>
          <a:solidFill xmlns:a="http://schemas.openxmlformats.org/drawingml/2006/main">
            <a:srgbClr val="EAF3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78E0754-8A84-4188-80A7-589242CD9307}"/>
              </a:ext>
            </a:extLst>
          </p:cNvPr>
          <p:cNvSpPr>
            <a:spLocks xmlns:a="http://schemas.openxmlformats.org/drawingml/2006/main" noGrp="1"/>
          </p:cNvSpPr>
          <p:nvPr/>
        </p:nvSpPr>
        <p:spPr>
          <a:xfrm xmlns:a="http://schemas.openxmlformats.org/drawingml/2006/main">
            <a:off x="1000125" y="17907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People and institutions</a:t>
            </a:r>
          </a:p>
        </p:txBody>
      </p:sp>
      <p:sp>
        <p:nvSpPr>
          <p:cNvPr id="8" name="">
            <a:extLst xmlns:a="http://schemas.openxmlformats.org/drawingml/2006/main">
              <a:ext uri="{FF2B5EF4-FFF2-40B4-BE49-F238E27FC236}">
                <a16:creationId xmlns:a16="http://schemas.microsoft.com/office/drawing/2014/main" id="{4866C68B-22CA-49D8-9A92-81EF4A49E97F}"/>
              </a:ext>
            </a:extLst>
          </p:cNvPr>
          <p:cNvSpPr>
            <a:spLocks xmlns:a="http://schemas.openxmlformats.org/drawingml/2006/main" noGrp="1"/>
          </p:cNvSpPr>
          <p:nvPr/>
        </p:nvSpPr>
        <p:spPr>
          <a:xfrm xmlns:a="http://schemas.openxmlformats.org/drawingml/2006/main">
            <a:off x="4572000" y="17907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62"/>
          </a:bodyPr>
          <a:lstStyle xmlns:a="http://schemas.openxmlformats.org/drawingml/2006/main"/>
          <a:p xmlns:a="http://schemas.openxmlformats.org/drawingml/2006/main">
            <a:pPr algn="l">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Data and information assets</a:t>
            </a:r>
          </a:p>
        </p:txBody>
      </p:sp>
      <p:sp>
        <p:nvSpPr>
          <p:cNvPr id="9" name="">
            <a:extLst xmlns:a="http://schemas.openxmlformats.org/drawingml/2006/main">
              <a:ext uri="{FF2B5EF4-FFF2-40B4-BE49-F238E27FC236}">
                <a16:creationId xmlns:a16="http://schemas.microsoft.com/office/drawing/2014/main" id="{47EFBAE6-E360-486F-91E5-C58D9302B98F}"/>
              </a:ext>
            </a:extLst>
          </p:cNvPr>
          <p:cNvSpPr>
            <a:spLocks xmlns:a="http://schemas.openxmlformats.org/drawingml/2006/main" noGrp="1"/>
          </p:cNvSpPr>
          <p:nvPr/>
        </p:nvSpPr>
        <p:spPr>
          <a:xfrm xmlns:a="http://schemas.openxmlformats.org/drawingml/2006/main">
            <a:off x="8143875" y="1790700"/>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00"/>
          </a:bodyPr>
          <a:lstStyle xmlns:a="http://schemas.openxmlformats.org/drawingml/2006/main"/>
          <a:p xmlns:a="http://schemas.openxmlformats.org/drawingml/2006/main">
            <a:pPr algn="l">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Rules, processes and technology</a:t>
            </a:r>
          </a:p>
        </p:txBody>
      </p:sp>
      <p:sp>
        <p:nvSpPr>
          <p:cNvPr id="10" name="">
            <a:extLst xmlns:a="http://schemas.openxmlformats.org/drawingml/2006/main">
              <a:ext uri="{FF2B5EF4-FFF2-40B4-BE49-F238E27FC236}">
                <a16:creationId xmlns:a16="http://schemas.microsoft.com/office/drawing/2014/main" id="{5F17D61A-38F6-4828-BB36-43C1D11A84E1}"/>
              </a:ext>
            </a:extLst>
          </p:cNvPr>
          <p:cNvSpPr>
            <a:spLocks xmlns:a="http://schemas.openxmlformats.org/drawingml/2006/main" noGrp="1"/>
          </p:cNvSpPr>
          <p:nvPr/>
        </p:nvSpPr>
        <p:spPr>
          <a:xfrm xmlns:a="http://schemas.openxmlformats.org/drawingml/2006/main">
            <a:off x="1000125" y="314325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2"/>
          </a:bodyPr>
          <a:lstStyle xmlns:a="http://schemas.openxmlformats.org/drawingml/2006/main"/>
          <a:p xmlns:a="http://schemas.openxmlformats.org/drawingml/2006/main">
            <a:pPr algn="l">
              <a:defRPr sz="1875" b="1">
                <a:solidFill>
                  <a:srgbClr val="1F6E8C"/>
                </a:solidFill>
                <a:latin typeface="Bitstream Charter"/>
                <a:ea typeface="Bitstream Charter"/>
                <a:cs typeface="Bitstream Charter"/>
              </a:defRPr>
            </a:pPr>
            <a:r>
              <a:rPr sz="1875" b="1">
                <a:solidFill>
                  <a:srgbClr val="1F6E8C"/>
                </a:solidFill>
                <a:latin typeface="Bitstream Charter"/>
                <a:ea typeface="Bitstream Charter"/>
                <a:cs typeface="Bitstream Charter"/>
              </a:rPr>
              <a:t>Authority and accountability</a:t>
            </a:r>
          </a:p>
        </p:txBody>
      </p:sp>
      <p:sp>
        <p:nvSpPr>
          <p:cNvPr id="11" name="">
            <a:extLst xmlns:a="http://schemas.openxmlformats.org/drawingml/2006/main">
              <a:ext uri="{FF2B5EF4-FFF2-40B4-BE49-F238E27FC236}">
                <a16:creationId xmlns:a16="http://schemas.microsoft.com/office/drawing/2014/main" id="{68DAA9F1-B13C-495B-9203-D6811380AE15}"/>
              </a:ext>
            </a:extLst>
          </p:cNvPr>
          <p:cNvSpPr>
            <a:spLocks xmlns:a="http://schemas.openxmlformats.org/drawingml/2006/main" noGrp="1"/>
          </p:cNvSpPr>
          <p:nvPr/>
        </p:nvSpPr>
        <p:spPr>
          <a:xfrm xmlns:a="http://schemas.openxmlformats.org/drawingml/2006/main">
            <a:off x="4572000" y="314325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98"/>
          </a:bodyPr>
          <a:lstStyle xmlns:a="http://schemas.openxmlformats.org/drawingml/2006/main"/>
          <a:p xmlns:a="http://schemas.openxmlformats.org/drawingml/2006/main">
            <a:pPr algn="l">
              <a:defRPr sz="1875" b="1">
                <a:solidFill>
                  <a:srgbClr val="2A9D8F"/>
                </a:solidFill>
                <a:latin typeface="Bitstream Charter"/>
                <a:ea typeface="Bitstream Charter"/>
                <a:cs typeface="Bitstream Charter"/>
              </a:defRPr>
            </a:pPr>
            <a:r>
              <a:rPr sz="1875" b="1">
                <a:solidFill>
                  <a:srgbClr val="2A9D8F"/>
                </a:solidFill>
                <a:latin typeface="Bitstream Charter"/>
                <a:ea typeface="Bitstream Charter"/>
                <a:cs typeface="Bitstream Charter"/>
              </a:rPr>
              <a:t>Flows and transformations</a:t>
            </a:r>
          </a:p>
        </p:txBody>
      </p:sp>
      <p:sp>
        <p:nvSpPr>
          <p:cNvPr id="12" name="">
            <a:extLst xmlns:a="http://schemas.openxmlformats.org/drawingml/2006/main">
              <a:ext uri="{FF2B5EF4-FFF2-40B4-BE49-F238E27FC236}">
                <a16:creationId xmlns:a16="http://schemas.microsoft.com/office/drawing/2014/main" id="{A12E384B-3579-4C21-9170-8920D2D58271}"/>
              </a:ext>
            </a:extLst>
          </p:cNvPr>
          <p:cNvSpPr>
            <a:spLocks xmlns:a="http://schemas.openxmlformats.org/drawingml/2006/main" noGrp="1"/>
          </p:cNvSpPr>
          <p:nvPr/>
        </p:nvSpPr>
        <p:spPr>
          <a:xfrm xmlns:a="http://schemas.openxmlformats.org/drawingml/2006/main">
            <a:off x="8143875" y="314325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98"/>
          </a:bodyPr>
          <a:lstStyle xmlns:a="http://schemas.openxmlformats.org/drawingml/2006/main"/>
          <a:p xmlns:a="http://schemas.openxmlformats.org/drawingml/2006/main">
            <a:pPr algn="l">
              <a:defRPr sz="1875" b="1">
                <a:solidFill>
                  <a:srgbClr val="E76F51"/>
                </a:solidFill>
                <a:latin typeface="Bitstream Charter"/>
                <a:ea typeface="Bitstream Charter"/>
                <a:cs typeface="Bitstream Charter"/>
              </a:defRPr>
            </a:pPr>
            <a:r>
              <a:rPr sz="1875" b="1">
                <a:solidFill>
                  <a:srgbClr val="E76F51"/>
                </a:solidFill>
                <a:latin typeface="Bitstream Charter"/>
                <a:ea typeface="Bitstream Charter"/>
                <a:cs typeface="Bitstream Charter"/>
              </a:rPr>
              <a:t>Decisions and public value</a:t>
            </a:r>
          </a:p>
        </p:txBody>
      </p:sp>
      <p:sp>
        <p:nvSpPr>
          <p:cNvPr id="13" name="">
            <a:extLst xmlns:a="http://schemas.openxmlformats.org/drawingml/2006/main">
              <a:ext uri="{FF2B5EF4-FFF2-40B4-BE49-F238E27FC236}">
                <a16:creationId xmlns:a16="http://schemas.microsoft.com/office/drawing/2014/main" id="{6297A68E-DEFE-4034-9A55-5622EB07981E}"/>
              </a:ext>
            </a:extLst>
          </p:cNvPr>
          <p:cNvSpPr>
            <a:spLocks xmlns:a="http://schemas.openxmlformats.org/drawingml/2006/main" noGrp="1"/>
          </p:cNvSpPr>
          <p:nvPr/>
        </p:nvSpPr>
        <p:spPr>
          <a:xfrm xmlns:a="http://schemas.openxmlformats.org/drawingml/2006/main">
            <a:off x="1571625" y="4667250"/>
            <a:ext cx="904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460"/>
          </a:bodyPr>
          <a:lstStyle xmlns:a="http://schemas.openxmlformats.org/drawingml/2006/main"/>
          <a:p xmlns:a="http://schemas.openxmlformats.org/drawingml/2006/main">
            <a:pPr algn="ctr">
              <a:defRPr sz="1950" b="1">
                <a:solidFill>
                  <a:srgbClr val="172B3A"/>
                </a:solidFill>
                <a:latin typeface="Bitstream Charter"/>
                <a:ea typeface="Bitstream Charter"/>
                <a:cs typeface="Bitstream Charter"/>
              </a:defRPr>
            </a:pPr>
            <a:r>
              <a:rPr sz="1950" b="1">
                <a:solidFill>
                  <a:srgbClr val="172B3A"/>
                </a:solidFill>
                <a:latin typeface="Bitstream Charter"/>
                <a:ea typeface="Bitstream Charter"/>
                <a:cs typeface="Bitstream Charter"/>
              </a:rPr>
              <a:t>An ecosystem explains how these elements interact within a stated boundary.</a:t>
            </a:r>
          </a:p>
        </p:txBody>
      </p:sp>
    </p:spTree>
    <p:extLst>
      <p:ext uri="{BB962C8B-B14F-4D97-AF65-F5344CB8AC3E}">
        <p14:creationId xmlns:p14="http://schemas.microsoft.com/office/powerpoint/2010/main" val="16809344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3E7E8A-A335-4744-8106-44F3BAD7D6B9}"/>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726BEAE8-0F44-44D2-9EFF-D7C95CE99C2F}"/>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Three nested boundaries</a:t>
            </a:r>
          </a:p>
        </p:txBody>
      </p:sp>
      <p:sp>
        <p:nvSpPr>
          <p:cNvPr id="3" name="">
            <a:extLst xmlns:a="http://schemas.openxmlformats.org/drawingml/2006/main">
              <a:ext uri="{FF2B5EF4-FFF2-40B4-BE49-F238E27FC236}">
                <a16:creationId xmlns:a16="http://schemas.microsoft.com/office/drawing/2014/main" id="{7AD958B5-34FE-488C-8BBF-F060CDFB21EA}"/>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697992-F826-46D0-8000-0AD401009ADF}"/>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AA2E89E0-CA0E-4E2B-9D2B-D98A0CD65508}"/>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2DFBADDA-242B-4C8F-B86C-38B7108FE773}"/>
              </a:ext>
            </a:extLst>
          </p:cNvPr>
          <p:cNvSpPr>
            <a:spLocks xmlns:a="http://schemas.openxmlformats.org/drawingml/2006/main" noGrp="1"/>
          </p:cNvSpPr>
          <p:nvPr/>
        </p:nvSpPr>
        <p:spPr>
          <a:xfrm xmlns:a="http://schemas.openxmlformats.org/drawingml/2006/main">
            <a:off x="1285875" y="1381125"/>
            <a:ext cx="9620250" cy="4286250"/>
          </a:xfrm>
          <a:prstGeom xmlns:a="http://schemas.openxmlformats.org/drawingml/2006/main" prst="roundRect">
            <a:avLst>
              <a:gd name="adj" fmla="val 1778"/>
            </a:avLst>
          </a:prstGeom>
          <a:solidFill xmlns:a="http://schemas.openxmlformats.org/drawingml/2006/main">
            <a:srgbClr val="DCEC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ECC1E5-13DA-478C-80AB-E64AEBD7F8A1}"/>
              </a:ext>
            </a:extLst>
          </p:cNvPr>
          <p:cNvSpPr>
            <a:spLocks xmlns:a="http://schemas.openxmlformats.org/drawingml/2006/main" noGrp="1"/>
          </p:cNvSpPr>
          <p:nvPr/>
        </p:nvSpPr>
        <p:spPr>
          <a:xfrm xmlns:a="http://schemas.openxmlformats.org/drawingml/2006/main">
            <a:off x="2476500" y="2095500"/>
            <a:ext cx="7239000" cy="2857500"/>
          </a:xfrm>
          <a:prstGeom xmlns:a="http://schemas.openxmlformats.org/drawingml/2006/main" prst="roundRect">
            <a:avLst>
              <a:gd name="adj" fmla="val 2667"/>
            </a:avLst>
          </a:prstGeom>
          <a:solidFill xmlns:a="http://schemas.openxmlformats.org/drawingml/2006/main">
            <a:srgbClr val="C4E0E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6B4CFA-D153-4D7B-BF89-6774A18DD781}"/>
              </a:ext>
            </a:extLst>
          </p:cNvPr>
          <p:cNvSpPr>
            <a:spLocks xmlns:a="http://schemas.openxmlformats.org/drawingml/2006/main" noGrp="1"/>
          </p:cNvSpPr>
          <p:nvPr/>
        </p:nvSpPr>
        <p:spPr>
          <a:xfrm xmlns:a="http://schemas.openxmlformats.org/drawingml/2006/main">
            <a:off x="3857625" y="2714625"/>
            <a:ext cx="4476750" cy="1666875"/>
          </a:xfrm>
          <a:prstGeom xmlns:a="http://schemas.openxmlformats.org/drawingml/2006/main" prst="roundRect">
            <a:avLst>
              <a:gd name="adj" fmla="val 4571"/>
            </a:avLst>
          </a:prstGeom>
          <a:solidFill xmlns:a="http://schemas.openxmlformats.org/drawingml/2006/main">
            <a:srgbClr val="88C8C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FEFAC5-253F-4684-A81E-D4D30274FAB6}"/>
              </a:ext>
            </a:extLst>
          </p:cNvPr>
          <p:cNvSpPr>
            <a:spLocks xmlns:a="http://schemas.openxmlformats.org/drawingml/2006/main" noGrp="1"/>
          </p:cNvSpPr>
          <p:nvPr/>
        </p:nvSpPr>
        <p:spPr>
          <a:xfrm xmlns:a="http://schemas.openxmlformats.org/drawingml/2006/main">
            <a:off x="1619250" y="1571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12344D"/>
                </a:solidFill>
                <a:latin typeface="Bitstream Charter"/>
                <a:ea typeface="Bitstream Charter"/>
                <a:cs typeface="Bitstream Charter"/>
              </a:defRPr>
            </a:pPr>
            <a:r>
              <a:rPr sz="1800" b="1">
                <a:solidFill>
                  <a:srgbClr val="12344D"/>
                </a:solidFill>
                <a:latin typeface="Bitstream Charter"/>
                <a:ea typeface="Bitstream Charter"/>
                <a:cs typeface="Bitstream Charter"/>
              </a:rPr>
              <a:t>National information ecosystem</a:t>
            </a:r>
          </a:p>
        </p:txBody>
      </p:sp>
      <p:sp>
        <p:nvSpPr>
          <p:cNvPr id="10" name="">
            <a:extLst xmlns:a="http://schemas.openxmlformats.org/drawingml/2006/main">
              <a:ext uri="{FF2B5EF4-FFF2-40B4-BE49-F238E27FC236}">
                <a16:creationId xmlns:a16="http://schemas.microsoft.com/office/drawing/2014/main" id="{F7F6536E-6DB0-4FFE-AA1C-199601EADA88}"/>
              </a:ext>
            </a:extLst>
          </p:cNvPr>
          <p:cNvSpPr>
            <a:spLocks xmlns:a="http://schemas.openxmlformats.org/drawingml/2006/main" noGrp="1"/>
          </p:cNvSpPr>
          <p:nvPr/>
        </p:nvSpPr>
        <p:spPr>
          <a:xfrm xmlns:a="http://schemas.openxmlformats.org/drawingml/2006/main">
            <a:off x="2809875" y="2286000"/>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44D"/>
                </a:solidFill>
                <a:latin typeface="Bitstream Charter"/>
                <a:ea typeface="Bitstream Charter"/>
                <a:cs typeface="Bitstream Charter"/>
              </a:defRPr>
            </a:pPr>
            <a:r>
              <a:rPr sz="1725" b="1">
                <a:solidFill>
                  <a:srgbClr val="12344D"/>
                </a:solidFill>
                <a:latin typeface="Bitstream Charter"/>
                <a:ea typeface="Bitstream Charter"/>
                <a:cs typeface="Bitstream Charter"/>
              </a:rPr>
              <a:t>Official statistics and the national statistical system</a:t>
            </a:r>
          </a:p>
        </p:txBody>
      </p:sp>
      <p:sp>
        <p:nvSpPr>
          <p:cNvPr id="11" name="">
            <a:extLst xmlns:a="http://schemas.openxmlformats.org/drawingml/2006/main">
              <a:ext uri="{FF2B5EF4-FFF2-40B4-BE49-F238E27FC236}">
                <a16:creationId xmlns:a16="http://schemas.microsoft.com/office/drawing/2014/main" id="{E7AB9297-052A-4C4C-932E-C3649C4B89B4}"/>
              </a:ext>
            </a:extLst>
          </p:cNvPr>
          <p:cNvSpPr>
            <a:spLocks xmlns:a="http://schemas.openxmlformats.org/drawingml/2006/main" noGrp="1"/>
          </p:cNvSpPr>
          <p:nvPr/>
        </p:nvSpPr>
        <p:spPr>
          <a:xfrm xmlns:a="http://schemas.openxmlformats.org/drawingml/2006/main">
            <a:off x="4238625" y="3000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Product or use case</a:t>
            </a:r>
          </a:p>
        </p:txBody>
      </p:sp>
      <p:sp>
        <p:nvSpPr>
          <p:cNvPr id="12" name="">
            <a:extLst xmlns:a="http://schemas.openxmlformats.org/drawingml/2006/main">
              <a:ext uri="{FF2B5EF4-FFF2-40B4-BE49-F238E27FC236}">
                <a16:creationId xmlns:a16="http://schemas.microsoft.com/office/drawing/2014/main" id="{015D35E0-79BA-44BA-8398-3A8EB7B0777F}"/>
              </a:ext>
            </a:extLst>
          </p:cNvPr>
          <p:cNvSpPr>
            <a:spLocks xmlns:a="http://schemas.openxmlformats.org/drawingml/2006/main" noGrp="1"/>
          </p:cNvSpPr>
          <p:nvPr/>
        </p:nvSpPr>
        <p:spPr>
          <a:xfrm xmlns:a="http://schemas.openxmlformats.org/drawingml/2006/main">
            <a:off x="3476625" y="52863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76F51"/>
                </a:solidFill>
                <a:latin typeface="Bitstream Charter"/>
                <a:ea typeface="Bitstream Charter"/>
                <a:cs typeface="Bitstream Charter"/>
              </a:defRPr>
            </a:pPr>
            <a:r>
              <a:rPr sz="1650" b="1">
                <a:solidFill>
                  <a:srgbClr val="E76F51"/>
                </a:solidFill>
                <a:latin typeface="Bitstream Charter"/>
                <a:ea typeface="Bitstream Charter"/>
                <a:cs typeface="Bitstream Charter"/>
              </a:rPr>
              <a:t>State the boundary before assessing readiness</a:t>
            </a:r>
          </a:p>
        </p:txBody>
      </p:sp>
    </p:spTree>
    <p:extLst>
      <p:ext uri="{BB962C8B-B14F-4D97-AF65-F5344CB8AC3E}">
        <p14:creationId xmlns:p14="http://schemas.microsoft.com/office/powerpoint/2010/main" val="16622189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298E803-6D38-481D-A2D8-F91EBAB2BFDB}"/>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1D5F0944-0914-45CC-9577-F075215DB1D0}"/>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Roles and institutional authority</a:t>
            </a:r>
          </a:p>
        </p:txBody>
      </p:sp>
      <p:sp>
        <p:nvSpPr>
          <p:cNvPr id="3" name="">
            <a:extLst xmlns:a="http://schemas.openxmlformats.org/drawingml/2006/main">
              <a:ext uri="{FF2B5EF4-FFF2-40B4-BE49-F238E27FC236}">
                <a16:creationId xmlns:a16="http://schemas.microsoft.com/office/drawing/2014/main" id="{00B63DF8-B641-4627-85B0-0486B963F210}"/>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408461-CC31-457E-A5E7-BB049439537F}"/>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0DCD7876-BAA2-4E06-A078-7EE94C9BC390}"/>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DE52AF8A-DBEC-4234-BF1A-2CA99056F8E5}"/>
              </a:ext>
            </a:extLst>
          </p:cNvPr>
          <p:cNvSpPr>
            <a:spLocks xmlns:a="http://schemas.openxmlformats.org/drawingml/2006/main" noGrp="1"/>
          </p:cNvSpPr>
          <p:nvPr/>
        </p:nvSpPr>
        <p:spPr>
          <a:xfrm xmlns:a="http://schemas.openxmlformats.org/drawingml/2006/main">
            <a:off x="742950" y="1571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F6E8C"/>
                </a:solidFill>
                <a:latin typeface="Bitstream Charter"/>
                <a:ea typeface="Bitstream Charter"/>
                <a:cs typeface="Bitstream Charter"/>
              </a:defRPr>
            </a:pPr>
            <a:r>
              <a:rPr sz="1650" b="1">
                <a:solidFill>
                  <a:srgbClr val="1F6E8C"/>
                </a:solidFill>
                <a:latin typeface="Bitstream Charter"/>
                <a:ea typeface="Bitstream Charter"/>
                <a:cs typeface="Bitstream Charter"/>
              </a:rPr>
              <a:t>Producer</a:t>
            </a:r>
          </a:p>
        </p:txBody>
      </p:sp>
      <p:sp>
        <p:nvSpPr>
          <p:cNvPr id="7" name="">
            <a:extLst xmlns:a="http://schemas.openxmlformats.org/drawingml/2006/main">
              <a:ext uri="{FF2B5EF4-FFF2-40B4-BE49-F238E27FC236}">
                <a16:creationId xmlns:a16="http://schemas.microsoft.com/office/drawing/2014/main" id="{6F8E8E20-8C12-4006-886A-6BC3C68ED217}"/>
              </a:ext>
            </a:extLst>
          </p:cNvPr>
          <p:cNvSpPr>
            <a:spLocks xmlns:a="http://schemas.openxmlformats.org/drawingml/2006/main" noGrp="1"/>
          </p:cNvSpPr>
          <p:nvPr/>
        </p:nvSpPr>
        <p:spPr>
          <a:xfrm xmlns:a="http://schemas.openxmlformats.org/drawingml/2006/main">
            <a:off x="742950" y="2238375"/>
            <a:ext cx="2381250" cy="2000250"/>
          </a:xfrm>
          <a:prstGeom xmlns:a="http://schemas.openxmlformats.org/drawingml/2006/main" prst="roundRect">
            <a:avLst>
              <a:gd name="adj" fmla="val 3810"/>
            </a:avLst>
          </a:prstGeom>
          <a:solidFill xmlns:a="http://schemas.openxmlformats.org/drawingml/2006/main">
            <a:srgbClr val="F4F8FA"/>
          </a:solidFill>
          <a:ln xmlns:a="http://schemas.openxmlformats.org/drawingml/2006/main" w="9525">
            <a:solidFill>
              <a:srgbClr val="BDD2DB"/>
            </a:solidFill>
          </a:ln>
        </p:spPr>
      </p:sp>
      <p:sp>
        <p:nvSpPr>
          <p:cNvPr id="8" name="">
            <a:extLst xmlns:a="http://schemas.openxmlformats.org/drawingml/2006/main">
              <a:ext uri="{FF2B5EF4-FFF2-40B4-BE49-F238E27FC236}">
                <a16:creationId xmlns:a16="http://schemas.microsoft.com/office/drawing/2014/main" id="{F6DC5269-94CF-48CA-A7B4-7B940662B3E3}"/>
              </a:ext>
            </a:extLst>
          </p:cNvPr>
          <p:cNvSpPr>
            <a:spLocks xmlns:a="http://schemas.openxmlformats.org/drawingml/2006/main" noGrp="1"/>
          </p:cNvSpPr>
          <p:nvPr/>
        </p:nvSpPr>
        <p:spPr>
          <a:xfrm xmlns:a="http://schemas.openxmlformats.org/drawingml/2006/main">
            <a:off x="952500" y="2476500"/>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Creates or compiles information</a:t>
            </a:r>
          </a:p>
        </p:txBody>
      </p:sp>
      <p:sp>
        <p:nvSpPr>
          <p:cNvPr id="9" name="">
            <a:extLst xmlns:a="http://schemas.openxmlformats.org/drawingml/2006/main">
              <a:ext uri="{FF2B5EF4-FFF2-40B4-BE49-F238E27FC236}">
                <a16:creationId xmlns:a16="http://schemas.microsoft.com/office/drawing/2014/main" id="{98B572D3-7353-4DDC-9052-49560B510F7B}"/>
              </a:ext>
            </a:extLst>
          </p:cNvPr>
          <p:cNvSpPr>
            <a:spLocks xmlns:a="http://schemas.openxmlformats.org/drawingml/2006/main" noGrp="1"/>
          </p:cNvSpPr>
          <p:nvPr/>
        </p:nvSpPr>
        <p:spPr>
          <a:xfrm xmlns:a="http://schemas.openxmlformats.org/drawingml/2006/main">
            <a:off x="3524250" y="1571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89"/>
          </a:bodyPr>
          <a:lstStyle xmlns:a="http://schemas.openxmlformats.org/drawingml/2006/main"/>
          <a:p xmlns:a="http://schemas.openxmlformats.org/drawingml/2006/main">
            <a:pPr algn="ctr">
              <a:defRPr sz="1650" b="1">
                <a:solidFill>
                  <a:srgbClr val="2A9D8F"/>
                </a:solidFill>
                <a:latin typeface="Bitstream Charter"/>
                <a:ea typeface="Bitstream Charter"/>
                <a:cs typeface="Bitstream Charter"/>
              </a:defRPr>
            </a:pPr>
            <a:r>
              <a:rPr sz="1650" b="1">
                <a:solidFill>
                  <a:srgbClr val="2A9D8F"/>
                </a:solidFill>
                <a:latin typeface="Bitstream Charter"/>
                <a:ea typeface="Bitstream Charter"/>
                <a:cs typeface="Bitstream Charter"/>
              </a:rPr>
              <a:t>Methodological authority</a:t>
            </a:r>
          </a:p>
        </p:txBody>
      </p:sp>
      <p:sp>
        <p:nvSpPr>
          <p:cNvPr id="10" name="">
            <a:extLst xmlns:a="http://schemas.openxmlformats.org/drawingml/2006/main">
              <a:ext uri="{FF2B5EF4-FFF2-40B4-BE49-F238E27FC236}">
                <a16:creationId xmlns:a16="http://schemas.microsoft.com/office/drawing/2014/main" id="{DE1E637E-A13E-4297-8394-1ABD89E9080B}"/>
              </a:ext>
            </a:extLst>
          </p:cNvPr>
          <p:cNvSpPr>
            <a:spLocks xmlns:a="http://schemas.openxmlformats.org/drawingml/2006/main" noGrp="1"/>
          </p:cNvSpPr>
          <p:nvPr/>
        </p:nvSpPr>
        <p:spPr>
          <a:xfrm xmlns:a="http://schemas.openxmlformats.org/drawingml/2006/main">
            <a:off x="3524250" y="2238375"/>
            <a:ext cx="2381250" cy="2000250"/>
          </a:xfrm>
          <a:prstGeom xmlns:a="http://schemas.openxmlformats.org/drawingml/2006/main" prst="roundRect">
            <a:avLst>
              <a:gd name="adj" fmla="val 3810"/>
            </a:avLst>
          </a:prstGeom>
          <a:solidFill xmlns:a="http://schemas.openxmlformats.org/drawingml/2006/main">
            <a:srgbClr val="F4F8FA"/>
          </a:solidFill>
          <a:ln xmlns:a="http://schemas.openxmlformats.org/drawingml/2006/main" w="9525">
            <a:solidFill>
              <a:srgbClr val="BDD2DB"/>
            </a:solidFill>
          </a:ln>
        </p:spPr>
      </p:sp>
      <p:sp>
        <p:nvSpPr>
          <p:cNvPr id="11" name="">
            <a:extLst xmlns:a="http://schemas.openxmlformats.org/drawingml/2006/main">
              <a:ext uri="{FF2B5EF4-FFF2-40B4-BE49-F238E27FC236}">
                <a16:creationId xmlns:a16="http://schemas.microsoft.com/office/drawing/2014/main" id="{59A98EF8-B475-4474-862B-3E47EC4347CC}"/>
              </a:ext>
            </a:extLst>
          </p:cNvPr>
          <p:cNvSpPr>
            <a:spLocks xmlns:a="http://schemas.openxmlformats.org/drawingml/2006/main" noGrp="1"/>
          </p:cNvSpPr>
          <p:nvPr/>
        </p:nvSpPr>
        <p:spPr>
          <a:xfrm xmlns:a="http://schemas.openxmlformats.org/drawingml/2006/main">
            <a:off x="3733800" y="2476500"/>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Defines standards and classifications</a:t>
            </a:r>
          </a:p>
        </p:txBody>
      </p:sp>
      <p:sp>
        <p:nvSpPr>
          <p:cNvPr id="12" name="">
            <a:extLst xmlns:a="http://schemas.openxmlformats.org/drawingml/2006/main">
              <a:ext uri="{FF2B5EF4-FFF2-40B4-BE49-F238E27FC236}">
                <a16:creationId xmlns:a16="http://schemas.microsoft.com/office/drawing/2014/main" id="{3EF41B60-6787-4911-8593-B96CF1C7E7AE}"/>
              </a:ext>
            </a:extLst>
          </p:cNvPr>
          <p:cNvSpPr>
            <a:spLocks xmlns:a="http://schemas.openxmlformats.org/drawingml/2006/main" noGrp="1"/>
          </p:cNvSpPr>
          <p:nvPr/>
        </p:nvSpPr>
        <p:spPr>
          <a:xfrm xmlns:a="http://schemas.openxmlformats.org/drawingml/2006/main">
            <a:off x="6305550" y="1571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9C46A"/>
                </a:solidFill>
                <a:latin typeface="Bitstream Charter"/>
                <a:ea typeface="Bitstream Charter"/>
                <a:cs typeface="Bitstream Charter"/>
              </a:defRPr>
            </a:pPr>
            <a:r>
              <a:rPr sz="1650" b="1">
                <a:solidFill>
                  <a:srgbClr val="E9C46A"/>
                </a:solidFill>
                <a:latin typeface="Bitstream Charter"/>
                <a:ea typeface="Bitstream Charter"/>
                <a:cs typeface="Bitstream Charter"/>
              </a:rPr>
              <a:t>Custodian</a:t>
            </a:r>
          </a:p>
        </p:txBody>
      </p:sp>
      <p:sp>
        <p:nvSpPr>
          <p:cNvPr id="13" name="">
            <a:extLst xmlns:a="http://schemas.openxmlformats.org/drawingml/2006/main">
              <a:ext uri="{FF2B5EF4-FFF2-40B4-BE49-F238E27FC236}">
                <a16:creationId xmlns:a16="http://schemas.microsoft.com/office/drawing/2014/main" id="{A99028BF-E708-41B4-9AC8-F8D4665753B2}"/>
              </a:ext>
            </a:extLst>
          </p:cNvPr>
          <p:cNvSpPr>
            <a:spLocks xmlns:a="http://schemas.openxmlformats.org/drawingml/2006/main" noGrp="1"/>
          </p:cNvSpPr>
          <p:nvPr/>
        </p:nvSpPr>
        <p:spPr>
          <a:xfrm xmlns:a="http://schemas.openxmlformats.org/drawingml/2006/main">
            <a:off x="6305550" y="2238375"/>
            <a:ext cx="2381250" cy="2000250"/>
          </a:xfrm>
          <a:prstGeom xmlns:a="http://schemas.openxmlformats.org/drawingml/2006/main" prst="roundRect">
            <a:avLst>
              <a:gd name="adj" fmla="val 3810"/>
            </a:avLst>
          </a:prstGeom>
          <a:solidFill xmlns:a="http://schemas.openxmlformats.org/drawingml/2006/main">
            <a:srgbClr val="F4F8FA"/>
          </a:solidFill>
          <a:ln xmlns:a="http://schemas.openxmlformats.org/drawingml/2006/main" w="9525">
            <a:solidFill>
              <a:srgbClr val="BDD2DB"/>
            </a:solidFill>
          </a:ln>
        </p:spPr>
      </p:sp>
      <p:sp>
        <p:nvSpPr>
          <p:cNvPr id="14" name="">
            <a:extLst xmlns:a="http://schemas.openxmlformats.org/drawingml/2006/main">
              <a:ext uri="{FF2B5EF4-FFF2-40B4-BE49-F238E27FC236}">
                <a16:creationId xmlns:a16="http://schemas.microsoft.com/office/drawing/2014/main" id="{E9A8CF15-5F1D-423D-A31D-A3D37FCB98A0}"/>
              </a:ext>
            </a:extLst>
          </p:cNvPr>
          <p:cNvSpPr>
            <a:spLocks xmlns:a="http://schemas.openxmlformats.org/drawingml/2006/main" noGrp="1"/>
          </p:cNvSpPr>
          <p:nvPr/>
        </p:nvSpPr>
        <p:spPr>
          <a:xfrm xmlns:a="http://schemas.openxmlformats.org/drawingml/2006/main">
            <a:off x="6515100" y="2476500"/>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Maintains records and access</a:t>
            </a:r>
          </a:p>
        </p:txBody>
      </p:sp>
      <p:sp>
        <p:nvSpPr>
          <p:cNvPr id="15" name="">
            <a:extLst xmlns:a="http://schemas.openxmlformats.org/drawingml/2006/main">
              <a:ext uri="{FF2B5EF4-FFF2-40B4-BE49-F238E27FC236}">
                <a16:creationId xmlns:a16="http://schemas.microsoft.com/office/drawing/2014/main" id="{C08641EB-791E-4262-B6BC-7E8BEAFA888A}"/>
              </a:ext>
            </a:extLst>
          </p:cNvPr>
          <p:cNvSpPr>
            <a:spLocks xmlns:a="http://schemas.openxmlformats.org/drawingml/2006/main" noGrp="1"/>
          </p:cNvSpPr>
          <p:nvPr/>
        </p:nvSpPr>
        <p:spPr>
          <a:xfrm xmlns:a="http://schemas.openxmlformats.org/drawingml/2006/main">
            <a:off x="9086850" y="1571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76F51"/>
                </a:solidFill>
                <a:latin typeface="Bitstream Charter"/>
                <a:ea typeface="Bitstream Charter"/>
                <a:cs typeface="Bitstream Charter"/>
              </a:defRPr>
            </a:pPr>
            <a:r>
              <a:rPr sz="1650" b="1">
                <a:solidFill>
                  <a:srgbClr val="E76F51"/>
                </a:solidFill>
                <a:latin typeface="Bitstream Charter"/>
                <a:ea typeface="Bitstream Charter"/>
                <a:cs typeface="Bitstream Charter"/>
              </a:rPr>
              <a:t>Coordinator</a:t>
            </a:r>
          </a:p>
        </p:txBody>
      </p:sp>
      <p:sp>
        <p:nvSpPr>
          <p:cNvPr id="16" name="">
            <a:extLst xmlns:a="http://schemas.openxmlformats.org/drawingml/2006/main">
              <a:ext uri="{FF2B5EF4-FFF2-40B4-BE49-F238E27FC236}">
                <a16:creationId xmlns:a16="http://schemas.microsoft.com/office/drawing/2014/main" id="{A0D1928A-11A1-4687-B173-247A781CEF34}"/>
              </a:ext>
            </a:extLst>
          </p:cNvPr>
          <p:cNvSpPr>
            <a:spLocks xmlns:a="http://schemas.openxmlformats.org/drawingml/2006/main" noGrp="1"/>
          </p:cNvSpPr>
          <p:nvPr/>
        </p:nvSpPr>
        <p:spPr>
          <a:xfrm xmlns:a="http://schemas.openxmlformats.org/drawingml/2006/main">
            <a:off x="9086850" y="2238375"/>
            <a:ext cx="2381250" cy="2000250"/>
          </a:xfrm>
          <a:prstGeom xmlns:a="http://schemas.openxmlformats.org/drawingml/2006/main" prst="roundRect">
            <a:avLst>
              <a:gd name="adj" fmla="val 3810"/>
            </a:avLst>
          </a:prstGeom>
          <a:solidFill xmlns:a="http://schemas.openxmlformats.org/drawingml/2006/main">
            <a:srgbClr val="F4F8FA"/>
          </a:solidFill>
          <a:ln xmlns:a="http://schemas.openxmlformats.org/drawingml/2006/main" w="9525">
            <a:solidFill>
              <a:srgbClr val="BDD2DB"/>
            </a:solidFill>
          </a:ln>
        </p:spPr>
      </p:sp>
      <p:sp>
        <p:nvSpPr>
          <p:cNvPr id="17" name="">
            <a:extLst xmlns:a="http://schemas.openxmlformats.org/drawingml/2006/main">
              <a:ext uri="{FF2B5EF4-FFF2-40B4-BE49-F238E27FC236}">
                <a16:creationId xmlns:a16="http://schemas.microsoft.com/office/drawing/2014/main" id="{98F4E3E2-E78B-49B9-802A-09E634AB0070}"/>
              </a:ext>
            </a:extLst>
          </p:cNvPr>
          <p:cNvSpPr>
            <a:spLocks xmlns:a="http://schemas.openxmlformats.org/drawingml/2006/main" noGrp="1"/>
          </p:cNvSpPr>
          <p:nvPr/>
        </p:nvSpPr>
        <p:spPr>
          <a:xfrm xmlns:a="http://schemas.openxmlformats.org/drawingml/2006/main">
            <a:off x="9296400" y="2476500"/>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Aligns actors and resolves gaps</a:t>
            </a:r>
          </a:p>
        </p:txBody>
      </p:sp>
      <p:sp>
        <p:nvSpPr>
          <p:cNvPr id="18" name="">
            <a:extLst xmlns:a="http://schemas.openxmlformats.org/drawingml/2006/main">
              <a:ext uri="{FF2B5EF4-FFF2-40B4-BE49-F238E27FC236}">
                <a16:creationId xmlns:a16="http://schemas.microsoft.com/office/drawing/2014/main" id="{15EACEFB-84CA-4299-AE4E-CB2B59990AB5}"/>
              </a:ext>
            </a:extLst>
          </p:cNvPr>
          <p:cNvSpPr>
            <a:spLocks xmlns:a="http://schemas.openxmlformats.org/drawingml/2006/main" noGrp="1"/>
          </p:cNvSpPr>
          <p:nvPr/>
        </p:nvSpPr>
        <p:spPr>
          <a:xfrm xmlns:a="http://schemas.openxmlformats.org/drawingml/2006/main">
            <a:off x="1047750" y="49530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66"/>
          </a:bodyPr>
          <a:lstStyle xmlns:a="http://schemas.openxmlformats.org/drawingml/2006/main"/>
          <a:p xmlns:a="http://schemas.openxmlformats.org/drawingml/2006/main">
            <a:pPr algn="ctr">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One institution may hold several roles. Each role still needs explicit authority and accountability.</a:t>
            </a:r>
          </a:p>
        </p:txBody>
      </p:sp>
    </p:spTree>
    <p:extLst>
      <p:ext uri="{BB962C8B-B14F-4D97-AF65-F5344CB8AC3E}">
        <p14:creationId xmlns:p14="http://schemas.microsoft.com/office/powerpoint/2010/main" val="13232733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482747F-1F93-48FC-8CD4-9E9E1315147F}"/>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F05BB2CD-9258-4C86-B516-3F0434F37BAF}"/>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Information assets</a:t>
            </a:r>
          </a:p>
        </p:txBody>
      </p:sp>
      <p:sp>
        <p:nvSpPr>
          <p:cNvPr id="3" name="">
            <a:extLst xmlns:a="http://schemas.openxmlformats.org/drawingml/2006/main">
              <a:ext uri="{FF2B5EF4-FFF2-40B4-BE49-F238E27FC236}">
                <a16:creationId xmlns:a16="http://schemas.microsoft.com/office/drawing/2014/main" id="{2E8105A9-3662-4E82-922C-4EF04E8B4C99}"/>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7C060B-9684-47C9-9028-0E369DD6B7C0}"/>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32553B1E-F5AC-4BEF-9A8E-09CAA971D4AF}"/>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46E47354-DF93-4105-8FFC-64CA86CBC3AF}"/>
              </a:ext>
            </a:extLst>
          </p:cNvPr>
          <p:cNvSpPr>
            <a:spLocks xmlns:a="http://schemas.openxmlformats.org/drawingml/2006/main" noGrp="1"/>
          </p:cNvSpPr>
          <p:nvPr/>
        </p:nvSpPr>
        <p:spPr>
          <a:xfrm xmlns:a="http://schemas.openxmlformats.org/drawingml/2006/main">
            <a:off x="857250" y="1524000"/>
            <a:ext cx="552450" cy="400050"/>
          </a:xfrm>
          <a:prstGeom xmlns:a="http://schemas.openxmlformats.org/drawingml/2006/main" prst="roundRect">
            <a:avLst>
              <a:gd name="adj" fmla="val 19048"/>
            </a:avLst>
          </a:prstGeom>
          <a:solidFill xmlns:a="http://schemas.openxmlformats.org/drawingml/2006/main">
            <a:srgbClr val="1F6E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503C03-B05B-4CD3-A774-3B5CFD37BDB9}"/>
              </a:ext>
            </a:extLst>
          </p:cNvPr>
          <p:cNvSpPr>
            <a:spLocks xmlns:a="http://schemas.openxmlformats.org/drawingml/2006/main" noGrp="1"/>
          </p:cNvSpPr>
          <p:nvPr/>
        </p:nvSpPr>
        <p:spPr>
          <a:xfrm xmlns:a="http://schemas.openxmlformats.org/drawingml/2006/main">
            <a:off x="971550" y="15621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1</a:t>
            </a:r>
          </a:p>
        </p:txBody>
      </p:sp>
      <p:sp>
        <p:nvSpPr>
          <p:cNvPr id="8" name="">
            <a:extLst xmlns:a="http://schemas.openxmlformats.org/drawingml/2006/main">
              <a:ext uri="{FF2B5EF4-FFF2-40B4-BE49-F238E27FC236}">
                <a16:creationId xmlns:a16="http://schemas.microsoft.com/office/drawing/2014/main" id="{18A0E487-0A3A-4467-B45B-64CA47E53970}"/>
              </a:ext>
            </a:extLst>
          </p:cNvPr>
          <p:cNvSpPr>
            <a:spLocks xmlns:a="http://schemas.openxmlformats.org/drawingml/2006/main" noGrp="1"/>
          </p:cNvSpPr>
          <p:nvPr/>
        </p:nvSpPr>
        <p:spPr>
          <a:xfrm xmlns:a="http://schemas.openxmlformats.org/drawingml/2006/main">
            <a:off x="1666875" y="14859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44D"/>
                </a:solidFill>
                <a:latin typeface="Bitstream Charter"/>
                <a:ea typeface="Bitstream Charter"/>
                <a:cs typeface="Bitstream Charter"/>
              </a:defRPr>
            </a:pPr>
            <a:r>
              <a:rPr sz="1725" b="1">
                <a:solidFill>
                  <a:srgbClr val="12344D"/>
                </a:solidFill>
                <a:latin typeface="Bitstream Charter"/>
                <a:ea typeface="Bitstream Charter"/>
                <a:cs typeface="Bitstream Charter"/>
              </a:rPr>
              <a:t>Administrative records</a:t>
            </a:r>
          </a:p>
        </p:txBody>
      </p:sp>
      <p:sp>
        <p:nvSpPr>
          <p:cNvPr id="9" name="">
            <a:extLst xmlns:a="http://schemas.openxmlformats.org/drawingml/2006/main">
              <a:ext uri="{FF2B5EF4-FFF2-40B4-BE49-F238E27FC236}">
                <a16:creationId xmlns:a16="http://schemas.microsoft.com/office/drawing/2014/main" id="{03A70E3B-418C-4267-A84D-3EA527666167}"/>
              </a:ext>
            </a:extLst>
          </p:cNvPr>
          <p:cNvSpPr>
            <a:spLocks xmlns:a="http://schemas.openxmlformats.org/drawingml/2006/main" noGrp="1"/>
          </p:cNvSpPr>
          <p:nvPr/>
        </p:nvSpPr>
        <p:spPr>
          <a:xfrm xmlns:a="http://schemas.openxmlformats.org/drawingml/2006/main">
            <a:off x="4810125" y="1485900"/>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Registers, transactions and service records</a:t>
            </a:r>
          </a:p>
        </p:txBody>
      </p:sp>
      <p:sp>
        <p:nvSpPr>
          <p:cNvPr id="10" name="">
            <a:extLst xmlns:a="http://schemas.openxmlformats.org/drawingml/2006/main">
              <a:ext uri="{FF2B5EF4-FFF2-40B4-BE49-F238E27FC236}">
                <a16:creationId xmlns:a16="http://schemas.microsoft.com/office/drawing/2014/main" id="{2ECF4FDE-4FB5-4422-B2F4-5FE2D1FC6FF2}"/>
              </a:ext>
            </a:extLst>
          </p:cNvPr>
          <p:cNvSpPr>
            <a:spLocks xmlns:a="http://schemas.openxmlformats.org/drawingml/2006/main" noGrp="1"/>
          </p:cNvSpPr>
          <p:nvPr/>
        </p:nvSpPr>
        <p:spPr>
          <a:xfrm xmlns:a="http://schemas.openxmlformats.org/drawingml/2006/main">
            <a:off x="857250" y="2428875"/>
            <a:ext cx="552450" cy="400050"/>
          </a:xfrm>
          <a:prstGeom xmlns:a="http://schemas.openxmlformats.org/drawingml/2006/main" prst="roundRect">
            <a:avLst>
              <a:gd name="adj" fmla="val 19048"/>
            </a:avLst>
          </a:prstGeom>
          <a:solidFill xmlns:a="http://schemas.openxmlformats.org/drawingml/2006/main">
            <a:srgbClr val="2A9D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7AE3FFD-9F06-451F-99C6-24D3C05123C6}"/>
              </a:ext>
            </a:extLst>
          </p:cNvPr>
          <p:cNvSpPr>
            <a:spLocks xmlns:a="http://schemas.openxmlformats.org/drawingml/2006/main" noGrp="1"/>
          </p:cNvSpPr>
          <p:nvPr/>
        </p:nvSpPr>
        <p:spPr>
          <a:xfrm xmlns:a="http://schemas.openxmlformats.org/drawingml/2006/main">
            <a:off x="971550" y="246697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2</a:t>
            </a:r>
          </a:p>
        </p:txBody>
      </p:sp>
      <p:sp>
        <p:nvSpPr>
          <p:cNvPr id="12" name="">
            <a:extLst xmlns:a="http://schemas.openxmlformats.org/drawingml/2006/main">
              <a:ext uri="{FF2B5EF4-FFF2-40B4-BE49-F238E27FC236}">
                <a16:creationId xmlns:a16="http://schemas.microsoft.com/office/drawing/2014/main" id="{E3E59B10-4FA4-46F7-8BBB-FC763446519F}"/>
              </a:ext>
            </a:extLst>
          </p:cNvPr>
          <p:cNvSpPr>
            <a:spLocks xmlns:a="http://schemas.openxmlformats.org/drawingml/2006/main" noGrp="1"/>
          </p:cNvSpPr>
          <p:nvPr/>
        </p:nvSpPr>
        <p:spPr>
          <a:xfrm xmlns:a="http://schemas.openxmlformats.org/drawingml/2006/main">
            <a:off x="1666875" y="23907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44D"/>
                </a:solidFill>
                <a:latin typeface="Bitstream Charter"/>
                <a:ea typeface="Bitstream Charter"/>
                <a:cs typeface="Bitstream Charter"/>
              </a:defRPr>
            </a:pPr>
            <a:r>
              <a:rPr sz="1725" b="1">
                <a:solidFill>
                  <a:srgbClr val="12344D"/>
                </a:solidFill>
                <a:latin typeface="Bitstream Charter"/>
                <a:ea typeface="Bitstream Charter"/>
                <a:cs typeface="Bitstream Charter"/>
              </a:rPr>
              <a:t>Surveys and censuses</a:t>
            </a:r>
          </a:p>
        </p:txBody>
      </p:sp>
      <p:sp>
        <p:nvSpPr>
          <p:cNvPr id="13" name="">
            <a:extLst xmlns:a="http://schemas.openxmlformats.org/drawingml/2006/main">
              <a:ext uri="{FF2B5EF4-FFF2-40B4-BE49-F238E27FC236}">
                <a16:creationId xmlns:a16="http://schemas.microsoft.com/office/drawing/2014/main" id="{730C66F5-A7A1-4CE2-B95D-472ACB0E6AFE}"/>
              </a:ext>
            </a:extLst>
          </p:cNvPr>
          <p:cNvSpPr>
            <a:spLocks xmlns:a="http://schemas.openxmlformats.org/drawingml/2006/main" noGrp="1"/>
          </p:cNvSpPr>
          <p:nvPr/>
        </p:nvSpPr>
        <p:spPr>
          <a:xfrm xmlns:a="http://schemas.openxmlformats.org/drawingml/2006/main">
            <a:off x="4810125" y="2390775"/>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Designed observations with stated populations</a:t>
            </a:r>
          </a:p>
        </p:txBody>
      </p:sp>
      <p:sp>
        <p:nvSpPr>
          <p:cNvPr id="14" name="">
            <a:extLst xmlns:a="http://schemas.openxmlformats.org/drawingml/2006/main">
              <a:ext uri="{FF2B5EF4-FFF2-40B4-BE49-F238E27FC236}">
                <a16:creationId xmlns:a16="http://schemas.microsoft.com/office/drawing/2014/main" id="{16676E00-A51D-4CE0-B6C9-41BF248DC9C1}"/>
              </a:ext>
            </a:extLst>
          </p:cNvPr>
          <p:cNvSpPr>
            <a:spLocks xmlns:a="http://schemas.openxmlformats.org/drawingml/2006/main" noGrp="1"/>
          </p:cNvSpPr>
          <p:nvPr/>
        </p:nvSpPr>
        <p:spPr>
          <a:xfrm xmlns:a="http://schemas.openxmlformats.org/drawingml/2006/main">
            <a:off x="857250" y="3333750"/>
            <a:ext cx="552450" cy="400050"/>
          </a:xfrm>
          <a:prstGeom xmlns:a="http://schemas.openxmlformats.org/drawingml/2006/main" prst="roundRect">
            <a:avLst>
              <a:gd name="adj" fmla="val 19048"/>
            </a:avLst>
          </a:prstGeom>
          <a:solidFill xmlns:a="http://schemas.openxmlformats.org/drawingml/2006/main">
            <a:srgbClr val="E9C46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3CA9511-D7E2-483A-980D-27C787A38A51}"/>
              </a:ext>
            </a:extLst>
          </p:cNvPr>
          <p:cNvSpPr>
            <a:spLocks xmlns:a="http://schemas.openxmlformats.org/drawingml/2006/main" noGrp="1"/>
          </p:cNvSpPr>
          <p:nvPr/>
        </p:nvSpPr>
        <p:spPr>
          <a:xfrm xmlns:a="http://schemas.openxmlformats.org/drawingml/2006/main">
            <a:off x="971550" y="33718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3</a:t>
            </a:r>
          </a:p>
        </p:txBody>
      </p:sp>
      <p:sp>
        <p:nvSpPr>
          <p:cNvPr id="16" name="">
            <a:extLst xmlns:a="http://schemas.openxmlformats.org/drawingml/2006/main">
              <a:ext uri="{FF2B5EF4-FFF2-40B4-BE49-F238E27FC236}">
                <a16:creationId xmlns:a16="http://schemas.microsoft.com/office/drawing/2014/main" id="{C397F60C-92CB-47DE-AE0F-4553D5045F60}"/>
              </a:ext>
            </a:extLst>
          </p:cNvPr>
          <p:cNvSpPr>
            <a:spLocks xmlns:a="http://schemas.openxmlformats.org/drawingml/2006/main" noGrp="1"/>
          </p:cNvSpPr>
          <p:nvPr/>
        </p:nvSpPr>
        <p:spPr>
          <a:xfrm xmlns:a="http://schemas.openxmlformats.org/drawingml/2006/main">
            <a:off x="1666875" y="32956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44D"/>
                </a:solidFill>
                <a:latin typeface="Bitstream Charter"/>
                <a:ea typeface="Bitstream Charter"/>
                <a:cs typeface="Bitstream Charter"/>
              </a:defRPr>
            </a:pPr>
            <a:r>
              <a:rPr sz="1725" b="1">
                <a:solidFill>
                  <a:srgbClr val="12344D"/>
                </a:solidFill>
                <a:latin typeface="Bitstream Charter"/>
                <a:ea typeface="Bitstream Charter"/>
                <a:cs typeface="Bitstream Charter"/>
              </a:rPr>
              <a:t>Geospatial and sensor data</a:t>
            </a:r>
          </a:p>
        </p:txBody>
      </p:sp>
      <p:sp>
        <p:nvSpPr>
          <p:cNvPr id="17" name="">
            <a:extLst xmlns:a="http://schemas.openxmlformats.org/drawingml/2006/main">
              <a:ext uri="{FF2B5EF4-FFF2-40B4-BE49-F238E27FC236}">
                <a16:creationId xmlns:a16="http://schemas.microsoft.com/office/drawing/2014/main" id="{CB919668-1C19-49B9-928D-330FC44A1B99}"/>
              </a:ext>
            </a:extLst>
          </p:cNvPr>
          <p:cNvSpPr>
            <a:spLocks xmlns:a="http://schemas.openxmlformats.org/drawingml/2006/main" noGrp="1"/>
          </p:cNvSpPr>
          <p:nvPr/>
        </p:nvSpPr>
        <p:spPr>
          <a:xfrm xmlns:a="http://schemas.openxmlformats.org/drawingml/2006/main">
            <a:off x="4810125" y="3295650"/>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Location, imagery and environmental measurements</a:t>
            </a:r>
          </a:p>
        </p:txBody>
      </p:sp>
      <p:sp>
        <p:nvSpPr>
          <p:cNvPr id="18" name="">
            <a:extLst xmlns:a="http://schemas.openxmlformats.org/drawingml/2006/main">
              <a:ext uri="{FF2B5EF4-FFF2-40B4-BE49-F238E27FC236}">
                <a16:creationId xmlns:a16="http://schemas.microsoft.com/office/drawing/2014/main" id="{FE85F8DA-6402-4BA7-BC7B-386802C7B647}"/>
              </a:ext>
            </a:extLst>
          </p:cNvPr>
          <p:cNvSpPr>
            <a:spLocks xmlns:a="http://schemas.openxmlformats.org/drawingml/2006/main" noGrp="1"/>
          </p:cNvSpPr>
          <p:nvPr/>
        </p:nvSpPr>
        <p:spPr>
          <a:xfrm xmlns:a="http://schemas.openxmlformats.org/drawingml/2006/main">
            <a:off x="857250" y="4238625"/>
            <a:ext cx="552450" cy="400050"/>
          </a:xfrm>
          <a:prstGeom xmlns:a="http://schemas.openxmlformats.org/drawingml/2006/main" prst="roundRect">
            <a:avLst>
              <a:gd name="adj" fmla="val 19048"/>
            </a:avLst>
          </a:prstGeom>
          <a:solidFill xmlns:a="http://schemas.openxmlformats.org/drawingml/2006/main">
            <a:srgbClr val="E76F5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17FFF6D-D130-416F-95D1-47D3656D42A5}"/>
              </a:ext>
            </a:extLst>
          </p:cNvPr>
          <p:cNvSpPr>
            <a:spLocks xmlns:a="http://schemas.openxmlformats.org/drawingml/2006/main" noGrp="1"/>
          </p:cNvSpPr>
          <p:nvPr/>
        </p:nvSpPr>
        <p:spPr>
          <a:xfrm xmlns:a="http://schemas.openxmlformats.org/drawingml/2006/main">
            <a:off x="971550" y="42767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4</a:t>
            </a:r>
          </a:p>
        </p:txBody>
      </p:sp>
      <p:sp>
        <p:nvSpPr>
          <p:cNvPr id="20" name="">
            <a:extLst xmlns:a="http://schemas.openxmlformats.org/drawingml/2006/main">
              <a:ext uri="{FF2B5EF4-FFF2-40B4-BE49-F238E27FC236}">
                <a16:creationId xmlns:a16="http://schemas.microsoft.com/office/drawing/2014/main" id="{5BCB377A-A29A-48D3-9599-2FC7DF445D3E}"/>
              </a:ext>
            </a:extLst>
          </p:cNvPr>
          <p:cNvSpPr>
            <a:spLocks xmlns:a="http://schemas.openxmlformats.org/drawingml/2006/main" noGrp="1"/>
          </p:cNvSpPr>
          <p:nvPr/>
        </p:nvSpPr>
        <p:spPr>
          <a:xfrm xmlns:a="http://schemas.openxmlformats.org/drawingml/2006/main">
            <a:off x="1666875" y="42005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44D"/>
                </a:solidFill>
                <a:latin typeface="Bitstream Charter"/>
                <a:ea typeface="Bitstream Charter"/>
                <a:cs typeface="Bitstream Charter"/>
              </a:defRPr>
            </a:pPr>
            <a:r>
              <a:rPr sz="1725" b="1">
                <a:solidFill>
                  <a:srgbClr val="12344D"/>
                </a:solidFill>
                <a:latin typeface="Bitstream Charter"/>
                <a:ea typeface="Bitstream Charter"/>
                <a:cs typeface="Bitstream Charter"/>
              </a:rPr>
              <a:t>Reference information</a:t>
            </a:r>
          </a:p>
        </p:txBody>
      </p:sp>
      <p:sp>
        <p:nvSpPr>
          <p:cNvPr id="21" name="">
            <a:extLst xmlns:a="http://schemas.openxmlformats.org/drawingml/2006/main">
              <a:ext uri="{FF2B5EF4-FFF2-40B4-BE49-F238E27FC236}">
                <a16:creationId xmlns:a16="http://schemas.microsoft.com/office/drawing/2014/main" id="{5B396519-28E0-4C86-A1B2-A5E643CABF62}"/>
              </a:ext>
            </a:extLst>
          </p:cNvPr>
          <p:cNvSpPr>
            <a:spLocks xmlns:a="http://schemas.openxmlformats.org/drawingml/2006/main" noGrp="1"/>
          </p:cNvSpPr>
          <p:nvPr/>
        </p:nvSpPr>
        <p:spPr>
          <a:xfrm xmlns:a="http://schemas.openxmlformats.org/drawingml/2006/main">
            <a:off x="4810125" y="4200525"/>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Classifications, metadata and business rules</a:t>
            </a:r>
          </a:p>
        </p:txBody>
      </p:sp>
      <p:sp>
        <p:nvSpPr>
          <p:cNvPr id="22" name="">
            <a:extLst xmlns:a="http://schemas.openxmlformats.org/drawingml/2006/main">
              <a:ext uri="{FF2B5EF4-FFF2-40B4-BE49-F238E27FC236}">
                <a16:creationId xmlns:a16="http://schemas.microsoft.com/office/drawing/2014/main" id="{408BDF77-A40D-4FEE-ADC3-8BD842340ACE}"/>
              </a:ext>
            </a:extLst>
          </p:cNvPr>
          <p:cNvSpPr>
            <a:spLocks xmlns:a="http://schemas.openxmlformats.org/drawingml/2006/main" noGrp="1"/>
          </p:cNvSpPr>
          <p:nvPr/>
        </p:nvSpPr>
        <p:spPr>
          <a:xfrm xmlns:a="http://schemas.openxmlformats.org/drawingml/2006/main">
            <a:off x="1524000" y="5381625"/>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73"/>
          </a:bodyPr>
          <a:lstStyle xmlns:a="http://schemas.openxmlformats.org/drawingml/2006/main"/>
          <a:p xmlns:a="http://schemas.openxmlformats.org/drawingml/2006/main">
            <a:pPr algn="ctr">
              <a:defRPr sz="1800" b="1">
                <a:solidFill>
                  <a:srgbClr val="12344D"/>
                </a:solidFill>
                <a:latin typeface="Bitstream Charter"/>
                <a:ea typeface="Bitstream Charter"/>
                <a:cs typeface="Bitstream Charter"/>
              </a:defRPr>
            </a:pPr>
            <a:r>
              <a:rPr sz="1800" b="1">
                <a:solidFill>
                  <a:srgbClr val="12344D"/>
                </a:solidFill>
                <a:latin typeface="Bitstream Charter"/>
                <a:ea typeface="Bitstream Charter"/>
                <a:cs typeface="Bitstream Charter"/>
              </a:rPr>
              <a:t>Each asset requires an owner, purpose, coverage, timing, quality record and access rule.</a:t>
            </a:r>
          </a:p>
        </p:txBody>
      </p:sp>
    </p:spTree>
    <p:extLst>
      <p:ext uri="{BB962C8B-B14F-4D97-AF65-F5344CB8AC3E}">
        <p14:creationId xmlns:p14="http://schemas.microsoft.com/office/powerpoint/2010/main" val="7467192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711B8E0-3272-4C8C-AEA7-469007008212}"/>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25F43BA2-6D61-4696-91B4-6EB3A17D0FAF}"/>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Information flows and transformations</a:t>
            </a:r>
          </a:p>
        </p:txBody>
      </p:sp>
      <p:sp>
        <p:nvSpPr>
          <p:cNvPr id="3" name="">
            <a:extLst xmlns:a="http://schemas.openxmlformats.org/drawingml/2006/main">
              <a:ext uri="{FF2B5EF4-FFF2-40B4-BE49-F238E27FC236}">
                <a16:creationId xmlns:a16="http://schemas.microsoft.com/office/drawing/2014/main" id="{87112572-FBC5-44E5-BED6-DBBD0EA1967F}"/>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6F1032-1ED6-44F9-A68B-32DCC91083F2}"/>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081D293C-5654-4B94-A05E-00718CC63FA6}"/>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72ABFAF0-6E0C-415F-97B3-AF38F5CE7B62}"/>
              </a:ext>
            </a:extLst>
          </p:cNvPr>
          <p:cNvSpPr>
            <a:spLocks xmlns:a="http://schemas.openxmlformats.org/drawingml/2006/main" noGrp="1"/>
          </p:cNvSpPr>
          <p:nvPr/>
        </p:nvSpPr>
        <p:spPr>
          <a:xfrm xmlns:a="http://schemas.openxmlformats.org/drawingml/2006/main">
            <a:off x="809625" y="2428875"/>
            <a:ext cx="1428750" cy="1047750"/>
          </a:xfrm>
          <a:prstGeom xmlns:a="http://schemas.openxmlformats.org/drawingml/2006/main" prst="roundRect">
            <a:avLst>
              <a:gd name="adj" fmla="val 7273"/>
            </a:avLst>
          </a:prstGeom>
          <a:solidFill xmlns:a="http://schemas.openxmlformats.org/drawingml/2006/main">
            <a:srgbClr val="1F6E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D27DA8F-6138-4AE6-B607-EF6801A7206A}"/>
              </a:ext>
            </a:extLst>
          </p:cNvPr>
          <p:cNvSpPr>
            <a:spLocks xmlns:a="http://schemas.openxmlformats.org/drawingml/2006/main" noGrp="1"/>
          </p:cNvSpPr>
          <p:nvPr/>
        </p:nvSpPr>
        <p:spPr>
          <a:xfrm xmlns:a="http://schemas.openxmlformats.org/drawingml/2006/main">
            <a:off x="904875" y="2667000"/>
            <a:ext cx="123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Source</a:t>
            </a:r>
          </a:p>
        </p:txBody>
      </p:sp>
      <p:sp>
        <p:nvSpPr>
          <p:cNvPr id="8" name="">
            <a:extLst xmlns:a="http://schemas.openxmlformats.org/drawingml/2006/main">
              <a:ext uri="{FF2B5EF4-FFF2-40B4-BE49-F238E27FC236}">
                <a16:creationId xmlns:a16="http://schemas.microsoft.com/office/drawing/2014/main" id="{D54C4C31-9302-404C-8C1A-8599917D2138}"/>
              </a:ext>
            </a:extLst>
          </p:cNvPr>
          <p:cNvSpPr>
            <a:spLocks xmlns:a="http://schemas.openxmlformats.org/drawingml/2006/main" noGrp="1"/>
          </p:cNvSpPr>
          <p:nvPr/>
        </p:nvSpPr>
        <p:spPr>
          <a:xfrm xmlns:a="http://schemas.openxmlformats.org/drawingml/2006/main">
            <a:off x="2428875" y="25717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E9C46A"/>
                </a:solidFill>
                <a:latin typeface="Bitstream Charter"/>
                <a:ea typeface="Bitstream Charter"/>
                <a:cs typeface="Bitstream Charter"/>
              </a:defRPr>
            </a:pPr>
            <a:r>
              <a:rPr sz="2700" b="1">
                <a:solidFill>
                  <a:srgbClr val="E9C46A"/>
                </a:solidFill>
                <a:latin typeface="Bitstream Charter"/>
                <a:ea typeface="Bitstream Charter"/>
                <a:cs typeface="Bitstream Charter"/>
              </a:rPr>
              <a:t>›</a:t>
            </a:r>
          </a:p>
        </p:txBody>
      </p:sp>
      <p:sp>
        <p:nvSpPr>
          <p:cNvPr id="9" name="">
            <a:extLst xmlns:a="http://schemas.openxmlformats.org/drawingml/2006/main">
              <a:ext uri="{FF2B5EF4-FFF2-40B4-BE49-F238E27FC236}">
                <a16:creationId xmlns:a16="http://schemas.microsoft.com/office/drawing/2014/main" id="{A8954E14-BF16-416E-BC18-94A19CAE9D95}"/>
              </a:ext>
            </a:extLst>
          </p:cNvPr>
          <p:cNvSpPr>
            <a:spLocks xmlns:a="http://schemas.openxmlformats.org/drawingml/2006/main" noGrp="1"/>
          </p:cNvSpPr>
          <p:nvPr/>
        </p:nvSpPr>
        <p:spPr>
          <a:xfrm xmlns:a="http://schemas.openxmlformats.org/drawingml/2006/main">
            <a:off x="3190875" y="2428875"/>
            <a:ext cx="1428750" cy="1047750"/>
          </a:xfrm>
          <a:prstGeom xmlns:a="http://schemas.openxmlformats.org/drawingml/2006/main" prst="roundRect">
            <a:avLst>
              <a:gd name="adj" fmla="val 7273"/>
            </a:avLst>
          </a:prstGeom>
          <a:solidFill xmlns:a="http://schemas.openxmlformats.org/drawingml/2006/main">
            <a:srgbClr val="2A9D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4780A72-CAA6-44D8-92F3-B56FFE559EB2}"/>
              </a:ext>
            </a:extLst>
          </p:cNvPr>
          <p:cNvSpPr>
            <a:spLocks xmlns:a="http://schemas.openxmlformats.org/drawingml/2006/main" noGrp="1"/>
          </p:cNvSpPr>
          <p:nvPr/>
        </p:nvSpPr>
        <p:spPr>
          <a:xfrm xmlns:a="http://schemas.openxmlformats.org/drawingml/2006/main">
            <a:off x="3286125" y="2667000"/>
            <a:ext cx="123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Receive</a:t>
            </a:r>
          </a:p>
        </p:txBody>
      </p:sp>
      <p:sp>
        <p:nvSpPr>
          <p:cNvPr id="11" name="">
            <a:extLst xmlns:a="http://schemas.openxmlformats.org/drawingml/2006/main">
              <a:ext uri="{FF2B5EF4-FFF2-40B4-BE49-F238E27FC236}">
                <a16:creationId xmlns:a16="http://schemas.microsoft.com/office/drawing/2014/main" id="{EFC585F7-9ABB-41D1-9B2C-D530659463F9}"/>
              </a:ext>
            </a:extLst>
          </p:cNvPr>
          <p:cNvSpPr>
            <a:spLocks xmlns:a="http://schemas.openxmlformats.org/drawingml/2006/main" noGrp="1"/>
          </p:cNvSpPr>
          <p:nvPr/>
        </p:nvSpPr>
        <p:spPr>
          <a:xfrm xmlns:a="http://schemas.openxmlformats.org/drawingml/2006/main">
            <a:off x="4810125" y="25717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E9C46A"/>
                </a:solidFill>
                <a:latin typeface="Bitstream Charter"/>
                <a:ea typeface="Bitstream Charter"/>
                <a:cs typeface="Bitstream Charter"/>
              </a:defRPr>
            </a:pPr>
            <a:r>
              <a:rPr sz="2700" b="1">
                <a:solidFill>
                  <a:srgbClr val="E9C46A"/>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D91596CC-5C9A-4378-A650-A262AD00841A}"/>
              </a:ext>
            </a:extLst>
          </p:cNvPr>
          <p:cNvSpPr>
            <a:spLocks xmlns:a="http://schemas.openxmlformats.org/drawingml/2006/main" noGrp="1"/>
          </p:cNvSpPr>
          <p:nvPr/>
        </p:nvSpPr>
        <p:spPr>
          <a:xfrm xmlns:a="http://schemas.openxmlformats.org/drawingml/2006/main">
            <a:off x="5572125" y="2428875"/>
            <a:ext cx="1428750" cy="1047750"/>
          </a:xfrm>
          <a:prstGeom xmlns:a="http://schemas.openxmlformats.org/drawingml/2006/main" prst="roundRect">
            <a:avLst>
              <a:gd name="adj" fmla="val 7273"/>
            </a:avLst>
          </a:prstGeom>
          <a:solidFill xmlns:a="http://schemas.openxmlformats.org/drawingml/2006/main">
            <a:srgbClr val="1F6E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CE7942-834B-45C5-957F-5FC902611E3C}"/>
              </a:ext>
            </a:extLst>
          </p:cNvPr>
          <p:cNvSpPr>
            <a:spLocks xmlns:a="http://schemas.openxmlformats.org/drawingml/2006/main" noGrp="1"/>
          </p:cNvSpPr>
          <p:nvPr/>
        </p:nvSpPr>
        <p:spPr>
          <a:xfrm xmlns:a="http://schemas.openxmlformats.org/drawingml/2006/main">
            <a:off x="5667375" y="2667000"/>
            <a:ext cx="123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Transform</a:t>
            </a:r>
          </a:p>
        </p:txBody>
      </p:sp>
      <p:sp>
        <p:nvSpPr>
          <p:cNvPr id="14" name="">
            <a:extLst xmlns:a="http://schemas.openxmlformats.org/drawingml/2006/main">
              <a:ext uri="{FF2B5EF4-FFF2-40B4-BE49-F238E27FC236}">
                <a16:creationId xmlns:a16="http://schemas.microsoft.com/office/drawing/2014/main" id="{25021490-7640-44A1-9C09-CD5524D493E5}"/>
              </a:ext>
            </a:extLst>
          </p:cNvPr>
          <p:cNvSpPr>
            <a:spLocks xmlns:a="http://schemas.openxmlformats.org/drawingml/2006/main" noGrp="1"/>
          </p:cNvSpPr>
          <p:nvPr/>
        </p:nvSpPr>
        <p:spPr>
          <a:xfrm xmlns:a="http://schemas.openxmlformats.org/drawingml/2006/main">
            <a:off x="7191375" y="25717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E9C46A"/>
                </a:solidFill>
                <a:latin typeface="Bitstream Charter"/>
                <a:ea typeface="Bitstream Charter"/>
                <a:cs typeface="Bitstream Charter"/>
              </a:defRPr>
            </a:pPr>
            <a:r>
              <a:rPr sz="2700" b="1">
                <a:solidFill>
                  <a:srgbClr val="E9C46A"/>
                </a:solidFill>
                <a:latin typeface="Bitstream Charter"/>
                <a:ea typeface="Bitstream Charter"/>
                <a:cs typeface="Bitstream Charter"/>
              </a:rPr>
              <a:t>›</a:t>
            </a:r>
          </a:p>
        </p:txBody>
      </p:sp>
      <p:sp>
        <p:nvSpPr>
          <p:cNvPr id="15" name="">
            <a:extLst xmlns:a="http://schemas.openxmlformats.org/drawingml/2006/main">
              <a:ext uri="{FF2B5EF4-FFF2-40B4-BE49-F238E27FC236}">
                <a16:creationId xmlns:a16="http://schemas.microsoft.com/office/drawing/2014/main" id="{BE1C9BF0-3133-4ECB-BB75-2FF939BCD252}"/>
              </a:ext>
            </a:extLst>
          </p:cNvPr>
          <p:cNvSpPr>
            <a:spLocks xmlns:a="http://schemas.openxmlformats.org/drawingml/2006/main" noGrp="1"/>
          </p:cNvSpPr>
          <p:nvPr/>
        </p:nvSpPr>
        <p:spPr>
          <a:xfrm xmlns:a="http://schemas.openxmlformats.org/drawingml/2006/main">
            <a:off x="7953375" y="2428875"/>
            <a:ext cx="1428750" cy="1047750"/>
          </a:xfrm>
          <a:prstGeom xmlns:a="http://schemas.openxmlformats.org/drawingml/2006/main" prst="roundRect">
            <a:avLst>
              <a:gd name="adj" fmla="val 7273"/>
            </a:avLst>
          </a:prstGeom>
          <a:solidFill xmlns:a="http://schemas.openxmlformats.org/drawingml/2006/main">
            <a:srgbClr val="2A9D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F7CE8A-A6AD-4669-9680-F2C4C3E0EFF7}"/>
              </a:ext>
            </a:extLst>
          </p:cNvPr>
          <p:cNvSpPr>
            <a:spLocks xmlns:a="http://schemas.openxmlformats.org/drawingml/2006/main" noGrp="1"/>
          </p:cNvSpPr>
          <p:nvPr/>
        </p:nvSpPr>
        <p:spPr>
          <a:xfrm xmlns:a="http://schemas.openxmlformats.org/drawingml/2006/main">
            <a:off x="8048625" y="2667000"/>
            <a:ext cx="123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Validate</a:t>
            </a:r>
          </a:p>
        </p:txBody>
      </p:sp>
      <p:sp>
        <p:nvSpPr>
          <p:cNvPr id="17" name="">
            <a:extLst xmlns:a="http://schemas.openxmlformats.org/drawingml/2006/main">
              <a:ext uri="{FF2B5EF4-FFF2-40B4-BE49-F238E27FC236}">
                <a16:creationId xmlns:a16="http://schemas.microsoft.com/office/drawing/2014/main" id="{2A094CD2-582E-4C4D-8312-CE7A89F66288}"/>
              </a:ext>
            </a:extLst>
          </p:cNvPr>
          <p:cNvSpPr>
            <a:spLocks xmlns:a="http://schemas.openxmlformats.org/drawingml/2006/main" noGrp="1"/>
          </p:cNvSpPr>
          <p:nvPr/>
        </p:nvSpPr>
        <p:spPr>
          <a:xfrm xmlns:a="http://schemas.openxmlformats.org/drawingml/2006/main">
            <a:off x="9572625" y="25717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E9C46A"/>
                </a:solidFill>
                <a:latin typeface="Bitstream Charter"/>
                <a:ea typeface="Bitstream Charter"/>
                <a:cs typeface="Bitstream Charter"/>
              </a:defRPr>
            </a:pPr>
            <a:r>
              <a:rPr sz="2700" b="1">
                <a:solidFill>
                  <a:srgbClr val="E9C46A"/>
                </a:solidFill>
                <a:latin typeface="Bitstream Charter"/>
                <a:ea typeface="Bitstream Charter"/>
                <a:cs typeface="Bitstream Charter"/>
              </a:rPr>
              <a:t>›</a:t>
            </a:r>
          </a:p>
        </p:txBody>
      </p:sp>
      <p:sp>
        <p:nvSpPr>
          <p:cNvPr id="18" name="">
            <a:extLst xmlns:a="http://schemas.openxmlformats.org/drawingml/2006/main">
              <a:ext uri="{FF2B5EF4-FFF2-40B4-BE49-F238E27FC236}">
                <a16:creationId xmlns:a16="http://schemas.microsoft.com/office/drawing/2014/main" id="{69AF5BFC-ABE2-4188-855E-D0E671E97D2D}"/>
              </a:ext>
            </a:extLst>
          </p:cNvPr>
          <p:cNvSpPr>
            <a:spLocks xmlns:a="http://schemas.openxmlformats.org/drawingml/2006/main" noGrp="1"/>
          </p:cNvSpPr>
          <p:nvPr/>
        </p:nvSpPr>
        <p:spPr>
          <a:xfrm xmlns:a="http://schemas.openxmlformats.org/drawingml/2006/main">
            <a:off x="10334625" y="2428875"/>
            <a:ext cx="1428750" cy="1047750"/>
          </a:xfrm>
          <a:prstGeom xmlns:a="http://schemas.openxmlformats.org/drawingml/2006/main" prst="roundRect">
            <a:avLst>
              <a:gd name="adj" fmla="val 7273"/>
            </a:avLst>
          </a:prstGeom>
          <a:solidFill xmlns:a="http://schemas.openxmlformats.org/drawingml/2006/main">
            <a:srgbClr val="E76F5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5BDDF19-6733-48C3-91C6-4031C9196C75}"/>
              </a:ext>
            </a:extLst>
          </p:cNvPr>
          <p:cNvSpPr>
            <a:spLocks xmlns:a="http://schemas.openxmlformats.org/drawingml/2006/main" noGrp="1"/>
          </p:cNvSpPr>
          <p:nvPr/>
        </p:nvSpPr>
        <p:spPr>
          <a:xfrm xmlns:a="http://schemas.openxmlformats.org/drawingml/2006/main">
            <a:off x="10429875" y="2667000"/>
            <a:ext cx="123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Use</a:t>
            </a:r>
          </a:p>
        </p:txBody>
      </p:sp>
      <p:sp>
        <p:nvSpPr>
          <p:cNvPr id="20" name="">
            <a:extLst xmlns:a="http://schemas.openxmlformats.org/drawingml/2006/main">
              <a:ext uri="{FF2B5EF4-FFF2-40B4-BE49-F238E27FC236}">
                <a16:creationId xmlns:a16="http://schemas.microsoft.com/office/drawing/2014/main" id="{187EC964-E9E2-4DB5-9798-66DB87A294DE}"/>
              </a:ext>
            </a:extLst>
          </p:cNvPr>
          <p:cNvSpPr>
            <a:spLocks xmlns:a="http://schemas.openxmlformats.org/drawingml/2006/main" noGrp="1"/>
          </p:cNvSpPr>
          <p:nvPr/>
        </p:nvSpPr>
        <p:spPr>
          <a:xfrm xmlns:a="http://schemas.openxmlformats.org/drawingml/2006/main">
            <a:off x="904875" y="15240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67"/>
          </a:bodyPr>
          <a:lstStyle xmlns:a="http://schemas.openxmlformats.org/drawingml/2006/main"/>
          <a:p xmlns:a="http://schemas.openxmlformats.org/drawingml/2006/main">
            <a:pPr algn="l">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Document every handoff</a:t>
            </a:r>
          </a:p>
        </p:txBody>
      </p:sp>
      <p:sp>
        <p:nvSpPr>
          <p:cNvPr id="21" name="">
            <a:extLst xmlns:a="http://schemas.openxmlformats.org/drawingml/2006/main">
              <a:ext uri="{FF2B5EF4-FFF2-40B4-BE49-F238E27FC236}">
                <a16:creationId xmlns:a16="http://schemas.microsoft.com/office/drawing/2014/main" id="{3B1AA0AA-3984-4119-A830-5A334D1A25A6}"/>
              </a:ext>
            </a:extLst>
          </p:cNvPr>
          <p:cNvSpPr>
            <a:spLocks xmlns:a="http://schemas.openxmlformats.org/drawingml/2006/main" noGrp="1"/>
          </p:cNvSpPr>
          <p:nvPr/>
        </p:nvSpPr>
        <p:spPr>
          <a:xfrm xmlns:a="http://schemas.openxmlformats.org/drawingml/2006/main">
            <a:off x="904875" y="40005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Actor, timing, format, control and failure</a:t>
            </a:r>
          </a:p>
        </p:txBody>
      </p:sp>
      <p:sp>
        <p:nvSpPr>
          <p:cNvPr id="22" name="">
            <a:extLst xmlns:a="http://schemas.openxmlformats.org/drawingml/2006/main">
              <a:ext uri="{FF2B5EF4-FFF2-40B4-BE49-F238E27FC236}">
                <a16:creationId xmlns:a16="http://schemas.microsoft.com/office/drawing/2014/main" id="{0D3902E4-F224-4E76-A5A1-C8575ACFD8A3}"/>
              </a:ext>
            </a:extLst>
          </p:cNvPr>
          <p:cNvSpPr>
            <a:spLocks xmlns:a="http://schemas.openxmlformats.org/drawingml/2006/main" noGrp="1"/>
          </p:cNvSpPr>
          <p:nvPr/>
        </p:nvSpPr>
        <p:spPr>
          <a:xfrm xmlns:a="http://schemas.openxmlformats.org/drawingml/2006/main">
            <a:off x="1476375" y="4905375"/>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A flow becomes auditable when responsibility and evidence follow the data.</a:t>
            </a:r>
          </a:p>
        </p:txBody>
      </p:sp>
    </p:spTree>
    <p:extLst>
      <p:ext uri="{BB962C8B-B14F-4D97-AF65-F5344CB8AC3E}">
        <p14:creationId xmlns:p14="http://schemas.microsoft.com/office/powerpoint/2010/main" val="1721310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278611-68DA-4AC1-986D-F60753CFFC83}"/>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1BBDEB60-3781-4C4D-8E10-F0A8FC511BBE}"/>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Quality and safeguards</a:t>
            </a:r>
          </a:p>
        </p:txBody>
      </p:sp>
      <p:sp>
        <p:nvSpPr>
          <p:cNvPr id="3" name="">
            <a:extLst xmlns:a="http://schemas.openxmlformats.org/drawingml/2006/main">
              <a:ext uri="{FF2B5EF4-FFF2-40B4-BE49-F238E27FC236}">
                <a16:creationId xmlns:a16="http://schemas.microsoft.com/office/drawing/2014/main" id="{7649ACA1-4FE2-4A58-9507-807D8CB374BC}"/>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4E2772-1660-4D5F-AADB-5BE630436252}"/>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EFFC41C1-672B-4E4F-9B9F-04D0D666A54E}"/>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F040D3C9-A507-48C6-9B58-FC138DFB4657}"/>
              </a:ext>
            </a:extLst>
          </p:cNvPr>
          <p:cNvSpPr>
            <a:spLocks xmlns:a="http://schemas.openxmlformats.org/drawingml/2006/main" noGrp="1"/>
          </p:cNvSpPr>
          <p:nvPr/>
        </p:nvSpPr>
        <p:spPr>
          <a:xfrm xmlns:a="http://schemas.openxmlformats.org/drawingml/2006/main">
            <a:off x="762000" y="1381125"/>
            <a:ext cx="4953000" cy="4095750"/>
          </a:xfrm>
          <a:prstGeom xmlns:a="http://schemas.openxmlformats.org/drawingml/2006/main" prst="roundRect">
            <a:avLst>
              <a:gd name="adj" fmla="val 1860"/>
            </a:avLst>
          </a:prstGeom>
          <a:solidFill xmlns:a="http://schemas.openxmlformats.org/drawingml/2006/main">
            <a:srgbClr val="EAF3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9D7786-BC66-4A5B-BBC0-A19C8747D76A}"/>
              </a:ext>
            </a:extLst>
          </p:cNvPr>
          <p:cNvSpPr>
            <a:spLocks xmlns:a="http://schemas.openxmlformats.org/drawingml/2006/main" noGrp="1"/>
          </p:cNvSpPr>
          <p:nvPr/>
        </p:nvSpPr>
        <p:spPr>
          <a:xfrm xmlns:a="http://schemas.openxmlformats.org/drawingml/2006/main">
            <a:off x="6477000" y="1381125"/>
            <a:ext cx="4953000" cy="4095750"/>
          </a:xfrm>
          <a:prstGeom xmlns:a="http://schemas.openxmlformats.org/drawingml/2006/main" prst="roundRect">
            <a:avLst>
              <a:gd name="adj" fmla="val 1860"/>
            </a:avLst>
          </a:prstGeom>
          <a:solidFill xmlns:a="http://schemas.openxmlformats.org/drawingml/2006/main">
            <a:srgbClr val="FBEDE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87DD27-6D2B-42C0-AA42-C26F82D7A897}"/>
              </a:ext>
            </a:extLst>
          </p:cNvPr>
          <p:cNvSpPr>
            <a:spLocks xmlns:a="http://schemas.openxmlformats.org/drawingml/2006/main" noGrp="1"/>
          </p:cNvSpPr>
          <p:nvPr/>
        </p:nvSpPr>
        <p:spPr>
          <a:xfrm xmlns:a="http://schemas.openxmlformats.org/drawingml/2006/main">
            <a:off x="1143000" y="166687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F6E8C"/>
                </a:solidFill>
                <a:latin typeface="Bitstream Charter"/>
                <a:ea typeface="Bitstream Charter"/>
                <a:cs typeface="Bitstream Charter"/>
              </a:defRPr>
            </a:pPr>
            <a:r>
              <a:rPr sz="2100" b="1">
                <a:solidFill>
                  <a:srgbClr val="1F6E8C"/>
                </a:solidFill>
                <a:latin typeface="Bitstream Charter"/>
                <a:ea typeface="Bitstream Charter"/>
                <a:cs typeface="Bitstream Charter"/>
              </a:rPr>
              <a:t>Statistical quality</a:t>
            </a:r>
          </a:p>
        </p:txBody>
      </p:sp>
      <p:sp>
        <p:nvSpPr>
          <p:cNvPr id="9" name="">
            <a:extLst xmlns:a="http://schemas.openxmlformats.org/drawingml/2006/main">
              <a:ext uri="{FF2B5EF4-FFF2-40B4-BE49-F238E27FC236}">
                <a16:creationId xmlns:a16="http://schemas.microsoft.com/office/drawing/2014/main" id="{3DBDD9BD-3C4C-48DC-905B-8B43271F9C21}"/>
              </a:ext>
            </a:extLst>
          </p:cNvPr>
          <p:cNvSpPr>
            <a:spLocks xmlns:a="http://schemas.openxmlformats.org/drawingml/2006/main" noGrp="1"/>
          </p:cNvSpPr>
          <p:nvPr/>
        </p:nvSpPr>
        <p:spPr>
          <a:xfrm xmlns:a="http://schemas.openxmlformats.org/drawingml/2006/main">
            <a:off x="1428750" y="2333625"/>
            <a:ext cx="3619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Relevance</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Accuracy</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Timeliness</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Coherence</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Accessibility</a:t>
            </a:r>
          </a:p>
        </p:txBody>
      </p:sp>
      <p:sp>
        <p:nvSpPr>
          <p:cNvPr id="10" name="">
            <a:extLst xmlns:a="http://schemas.openxmlformats.org/drawingml/2006/main">
              <a:ext uri="{FF2B5EF4-FFF2-40B4-BE49-F238E27FC236}">
                <a16:creationId xmlns:a16="http://schemas.microsoft.com/office/drawing/2014/main" id="{697D76D4-EFFC-46CF-B5DE-8EAD179EE7DE}"/>
              </a:ext>
            </a:extLst>
          </p:cNvPr>
          <p:cNvSpPr>
            <a:spLocks xmlns:a="http://schemas.openxmlformats.org/drawingml/2006/main" noGrp="1"/>
          </p:cNvSpPr>
          <p:nvPr/>
        </p:nvSpPr>
        <p:spPr>
          <a:xfrm xmlns:a="http://schemas.openxmlformats.org/drawingml/2006/main">
            <a:off x="6858000" y="166687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E76F51"/>
                </a:solidFill>
                <a:latin typeface="Bitstream Charter"/>
                <a:ea typeface="Bitstream Charter"/>
                <a:cs typeface="Bitstream Charter"/>
              </a:defRPr>
            </a:pPr>
            <a:r>
              <a:rPr sz="2100" b="1">
                <a:solidFill>
                  <a:srgbClr val="E76F51"/>
                </a:solidFill>
                <a:latin typeface="Bitstream Charter"/>
                <a:ea typeface="Bitstream Charter"/>
                <a:cs typeface="Bitstream Charter"/>
              </a:rPr>
              <a:t>Institutional safeguards</a:t>
            </a:r>
          </a:p>
        </p:txBody>
      </p:sp>
      <p:sp>
        <p:nvSpPr>
          <p:cNvPr id="11" name="">
            <a:extLst xmlns:a="http://schemas.openxmlformats.org/drawingml/2006/main">
              <a:ext uri="{FF2B5EF4-FFF2-40B4-BE49-F238E27FC236}">
                <a16:creationId xmlns:a16="http://schemas.microsoft.com/office/drawing/2014/main" id="{84B048D3-7EC5-40F0-8A27-48C05A10B3CA}"/>
              </a:ext>
            </a:extLst>
          </p:cNvPr>
          <p:cNvSpPr>
            <a:spLocks xmlns:a="http://schemas.openxmlformats.org/drawingml/2006/main" noGrp="1"/>
          </p:cNvSpPr>
          <p:nvPr/>
        </p:nvSpPr>
        <p:spPr>
          <a:xfrm xmlns:a="http://schemas.openxmlformats.org/drawingml/2006/main">
            <a:off x="7143750" y="2333625"/>
            <a:ext cx="3619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Authority</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Confidentiality</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Security</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Auditability</a:t>
            </a:r>
          </a:p>
          <a:p xmlns:a="http://schemas.openxmlformats.org/drawingml/2006/main">
            <a:pPr algn="ctr">
              <a:defRPr sz="1800" b="0">
                <a:solidFill>
                  <a:srgbClr val="172B3A"/>
                </a:solidFill>
                <a:latin typeface="Bitstream Charter"/>
                <a:ea typeface="Bitstream Charter"/>
                <a:cs typeface="Bitstream Charter"/>
              </a:defRPr>
            </a:pPr>
            <a:r>
              <a:rPr sz="1800" b="0">
                <a:solidFill>
                  <a:srgbClr val="172B3A"/>
                </a:solidFill>
                <a:latin typeface="Bitstream Charter"/>
                <a:ea typeface="Bitstream Charter"/>
                <a:cs typeface="Bitstream Charter"/>
              </a:rPr>
              <a:t>Human responsibility</a:t>
            </a:r>
          </a:p>
        </p:txBody>
      </p:sp>
      <p:sp>
        <p:nvSpPr>
          <p:cNvPr id="12" name="">
            <a:extLst xmlns:a="http://schemas.openxmlformats.org/drawingml/2006/main">
              <a:ext uri="{FF2B5EF4-FFF2-40B4-BE49-F238E27FC236}">
                <a16:creationId xmlns:a16="http://schemas.microsoft.com/office/drawing/2014/main" id="{B9C76CC3-72A2-4780-8284-C2AAD9DE5898}"/>
              </a:ext>
            </a:extLst>
          </p:cNvPr>
          <p:cNvSpPr>
            <a:spLocks xmlns:a="http://schemas.openxmlformats.org/drawingml/2006/main" noGrp="1"/>
          </p:cNvSpPr>
          <p:nvPr/>
        </p:nvSpPr>
        <p:spPr>
          <a:xfrm xmlns:a="http://schemas.openxmlformats.org/drawingml/2006/main">
            <a:off x="2762250" y="58102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1800" b="1">
                <a:solidFill>
                  <a:srgbClr val="12344D"/>
                </a:solidFill>
                <a:latin typeface="Bitstream Charter"/>
                <a:ea typeface="Bitstream Charter"/>
                <a:cs typeface="Bitstream Charter"/>
              </a:defRPr>
            </a:pPr>
            <a:r>
              <a:rPr sz="1800" b="1">
                <a:solidFill>
                  <a:srgbClr val="12344D"/>
                </a:solidFill>
                <a:latin typeface="Bitstream Charter"/>
                <a:ea typeface="Bitstream Charter"/>
                <a:cs typeface="Bitstream Charter"/>
              </a:rPr>
              <a:t>Both sides must support the intended decision</a:t>
            </a:r>
          </a:p>
        </p:txBody>
      </p:sp>
    </p:spTree>
    <p:extLst>
      <p:ext uri="{BB962C8B-B14F-4D97-AF65-F5344CB8AC3E}">
        <p14:creationId xmlns:p14="http://schemas.microsoft.com/office/powerpoint/2010/main" val="977516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434138E-E856-4FEB-86E9-97065D21B07C}"/>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1956ABB1-0CC5-47E2-8D75-133D9FA4DCA2}"/>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Evidence labels</a:t>
            </a:r>
          </a:p>
        </p:txBody>
      </p:sp>
      <p:sp>
        <p:nvSpPr>
          <p:cNvPr id="3" name="">
            <a:extLst xmlns:a="http://schemas.openxmlformats.org/drawingml/2006/main">
              <a:ext uri="{FF2B5EF4-FFF2-40B4-BE49-F238E27FC236}">
                <a16:creationId xmlns:a16="http://schemas.microsoft.com/office/drawing/2014/main" id="{7BAF3578-4CE4-4A7B-B4CF-12DC6BF0BCA5}"/>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2FFD6A-0A9F-439F-A5F6-8192809CCC05}"/>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85191B05-9757-4FE5-BFCB-335BE1FE8F44}"/>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00C10EED-16F7-44AA-88F3-6E7CC352ED19}"/>
              </a:ext>
            </a:extLst>
          </p:cNvPr>
          <p:cNvSpPr>
            <a:spLocks xmlns:a="http://schemas.openxmlformats.org/drawingml/2006/main" noGrp="1"/>
          </p:cNvSpPr>
          <p:nvPr/>
        </p:nvSpPr>
        <p:spPr>
          <a:xfrm xmlns:a="http://schemas.openxmlformats.org/drawingml/2006/main">
            <a:off x="857250" y="1619250"/>
            <a:ext cx="857250" cy="857250"/>
          </a:xfrm>
          <a:prstGeom xmlns:a="http://schemas.openxmlformats.org/drawingml/2006/main" prst="roundRect">
            <a:avLst>
              <a:gd name="adj" fmla="val 8889"/>
            </a:avLst>
          </a:prstGeom>
          <a:solidFill xmlns:a="http://schemas.openxmlformats.org/drawingml/2006/main">
            <a:srgbClr val="2A9D8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488F350-1A7E-4F8B-ADC4-C1613DD31FE2}"/>
              </a:ext>
            </a:extLst>
          </p:cNvPr>
          <p:cNvSpPr>
            <a:spLocks xmlns:a="http://schemas.openxmlformats.org/drawingml/2006/main" noGrp="1"/>
          </p:cNvSpPr>
          <p:nvPr/>
        </p:nvSpPr>
        <p:spPr>
          <a:xfrm xmlns:a="http://schemas.openxmlformats.org/drawingml/2006/main">
            <a:off x="1047750" y="1733550"/>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FFFFF"/>
                </a:solidFill>
                <a:latin typeface="Bitstream Charter"/>
                <a:ea typeface="Bitstream Charter"/>
                <a:cs typeface="Bitstream Charter"/>
              </a:defRPr>
            </a:pPr>
            <a:r>
              <a:rPr sz="2400" b="1">
                <a:solidFill>
                  <a:srgbClr val="FFFFFF"/>
                </a:solidFill>
                <a:latin typeface="Bitstream Charter"/>
                <a:ea typeface="Bitstream Charter"/>
                <a:cs typeface="Bitstream Charter"/>
              </a:rPr>
              <a:t>E</a:t>
            </a:r>
          </a:p>
        </p:txBody>
      </p:sp>
      <p:sp>
        <p:nvSpPr>
          <p:cNvPr id="8" name="">
            <a:extLst xmlns:a="http://schemas.openxmlformats.org/drawingml/2006/main">
              <a:ext uri="{FF2B5EF4-FFF2-40B4-BE49-F238E27FC236}">
                <a16:creationId xmlns:a16="http://schemas.microsoft.com/office/drawing/2014/main" id="{E7BE76EB-0CE6-4CCC-A8DE-B4DAF2DA1B3C}"/>
              </a:ext>
            </a:extLst>
          </p:cNvPr>
          <p:cNvSpPr>
            <a:spLocks xmlns:a="http://schemas.openxmlformats.org/drawingml/2006/main" noGrp="1"/>
          </p:cNvSpPr>
          <p:nvPr/>
        </p:nvSpPr>
        <p:spPr>
          <a:xfrm xmlns:a="http://schemas.openxmlformats.org/drawingml/2006/main">
            <a:off x="2095500" y="161925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Evidenced</a:t>
            </a:r>
          </a:p>
        </p:txBody>
      </p:sp>
      <p:sp>
        <p:nvSpPr>
          <p:cNvPr id="9" name="">
            <a:extLst xmlns:a="http://schemas.openxmlformats.org/drawingml/2006/main">
              <a:ext uri="{FF2B5EF4-FFF2-40B4-BE49-F238E27FC236}">
                <a16:creationId xmlns:a16="http://schemas.microsoft.com/office/drawing/2014/main" id="{D6F54070-9FB4-4937-B8B8-D36D34C178A2}"/>
              </a:ext>
            </a:extLst>
          </p:cNvPr>
          <p:cNvSpPr>
            <a:spLocks xmlns:a="http://schemas.openxmlformats.org/drawingml/2006/main" noGrp="1"/>
          </p:cNvSpPr>
          <p:nvPr/>
        </p:nvSpPr>
        <p:spPr>
          <a:xfrm xmlns:a="http://schemas.openxmlformats.org/drawingml/2006/main">
            <a:off x="4286250" y="1571625"/>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Supported by a document, dataset, system record or validated observation</a:t>
            </a:r>
          </a:p>
        </p:txBody>
      </p:sp>
      <p:sp>
        <p:nvSpPr>
          <p:cNvPr id="10" name="">
            <a:extLst xmlns:a="http://schemas.openxmlformats.org/drawingml/2006/main">
              <a:ext uri="{FF2B5EF4-FFF2-40B4-BE49-F238E27FC236}">
                <a16:creationId xmlns:a16="http://schemas.microsoft.com/office/drawing/2014/main" id="{BD64B623-3151-4446-9B15-E8EEC5276A94}"/>
              </a:ext>
            </a:extLst>
          </p:cNvPr>
          <p:cNvSpPr>
            <a:spLocks xmlns:a="http://schemas.openxmlformats.org/drawingml/2006/main" noGrp="1"/>
          </p:cNvSpPr>
          <p:nvPr/>
        </p:nvSpPr>
        <p:spPr>
          <a:xfrm xmlns:a="http://schemas.openxmlformats.org/drawingml/2006/main">
            <a:off x="857250" y="2905125"/>
            <a:ext cx="857250" cy="857250"/>
          </a:xfrm>
          <a:prstGeom xmlns:a="http://schemas.openxmlformats.org/drawingml/2006/main" prst="roundRect">
            <a:avLst>
              <a:gd name="adj" fmla="val 8889"/>
            </a:avLst>
          </a:prstGeom>
          <a:solidFill xmlns:a="http://schemas.openxmlformats.org/drawingml/2006/main">
            <a:srgbClr val="E9C46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DA7024-4275-495A-BFF9-5C05E68BE4BF}"/>
              </a:ext>
            </a:extLst>
          </p:cNvPr>
          <p:cNvSpPr>
            <a:spLocks xmlns:a="http://schemas.openxmlformats.org/drawingml/2006/main" noGrp="1"/>
          </p:cNvSpPr>
          <p:nvPr/>
        </p:nvSpPr>
        <p:spPr>
          <a:xfrm xmlns:a="http://schemas.openxmlformats.org/drawingml/2006/main">
            <a:off x="1047750" y="301942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FFFFF"/>
                </a:solidFill>
                <a:latin typeface="Bitstream Charter"/>
                <a:ea typeface="Bitstream Charter"/>
                <a:cs typeface="Bitstream Charter"/>
              </a:defRPr>
            </a:pPr>
            <a:r>
              <a:rPr sz="2400" b="1">
                <a:solidFill>
                  <a:srgbClr val="FFFFFF"/>
                </a:solidFill>
                <a:latin typeface="Bitstream Charter"/>
                <a:ea typeface="Bitstream Charter"/>
                <a:cs typeface="Bitstream Charter"/>
              </a:rPr>
              <a:t>R</a:t>
            </a:r>
          </a:p>
        </p:txBody>
      </p:sp>
      <p:sp>
        <p:nvSpPr>
          <p:cNvPr id="12" name="">
            <a:extLst xmlns:a="http://schemas.openxmlformats.org/drawingml/2006/main">
              <a:ext uri="{FF2B5EF4-FFF2-40B4-BE49-F238E27FC236}">
                <a16:creationId xmlns:a16="http://schemas.microsoft.com/office/drawing/2014/main" id="{FAD20BE7-DF74-4B93-8EDD-4AEA01E10C9A}"/>
              </a:ext>
            </a:extLst>
          </p:cNvPr>
          <p:cNvSpPr>
            <a:spLocks xmlns:a="http://schemas.openxmlformats.org/drawingml/2006/main" noGrp="1"/>
          </p:cNvSpPr>
          <p:nvPr/>
        </p:nvSpPr>
        <p:spPr>
          <a:xfrm xmlns:a="http://schemas.openxmlformats.org/drawingml/2006/main">
            <a:off x="2095500" y="290512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Reported</a:t>
            </a:r>
          </a:p>
        </p:txBody>
      </p:sp>
      <p:sp>
        <p:nvSpPr>
          <p:cNvPr id="13" name="">
            <a:extLst xmlns:a="http://schemas.openxmlformats.org/drawingml/2006/main">
              <a:ext uri="{FF2B5EF4-FFF2-40B4-BE49-F238E27FC236}">
                <a16:creationId xmlns:a16="http://schemas.microsoft.com/office/drawing/2014/main" id="{C97CC850-4937-43EE-B9A8-0171035B9205}"/>
              </a:ext>
            </a:extLst>
          </p:cNvPr>
          <p:cNvSpPr>
            <a:spLocks xmlns:a="http://schemas.openxmlformats.org/drawingml/2006/main" noGrp="1"/>
          </p:cNvSpPr>
          <p:nvPr/>
        </p:nvSpPr>
        <p:spPr>
          <a:xfrm xmlns:a="http://schemas.openxmlformats.org/drawingml/2006/main">
            <a:off x="4286250" y="2857500"/>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Stated by a knowledgeable respondent but not independently confirmed</a:t>
            </a:r>
          </a:p>
        </p:txBody>
      </p:sp>
      <p:sp>
        <p:nvSpPr>
          <p:cNvPr id="14" name="">
            <a:extLst xmlns:a="http://schemas.openxmlformats.org/drawingml/2006/main">
              <a:ext uri="{FF2B5EF4-FFF2-40B4-BE49-F238E27FC236}">
                <a16:creationId xmlns:a16="http://schemas.microsoft.com/office/drawing/2014/main" id="{299A39D3-8154-4C3C-A3A5-EF8B4C4BEDE4}"/>
              </a:ext>
            </a:extLst>
          </p:cNvPr>
          <p:cNvSpPr>
            <a:spLocks xmlns:a="http://schemas.openxmlformats.org/drawingml/2006/main" noGrp="1"/>
          </p:cNvSpPr>
          <p:nvPr/>
        </p:nvSpPr>
        <p:spPr>
          <a:xfrm xmlns:a="http://schemas.openxmlformats.org/drawingml/2006/main">
            <a:off x="857250" y="4191000"/>
            <a:ext cx="857250" cy="857250"/>
          </a:xfrm>
          <a:prstGeom xmlns:a="http://schemas.openxmlformats.org/drawingml/2006/main" prst="roundRect">
            <a:avLst>
              <a:gd name="adj" fmla="val 8889"/>
            </a:avLst>
          </a:prstGeom>
          <a:solidFill xmlns:a="http://schemas.openxmlformats.org/drawingml/2006/main">
            <a:srgbClr val="E76F5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F74094-0A2F-4FAE-BE7D-A456534D7986}"/>
              </a:ext>
            </a:extLst>
          </p:cNvPr>
          <p:cNvSpPr>
            <a:spLocks xmlns:a="http://schemas.openxmlformats.org/drawingml/2006/main" noGrp="1"/>
          </p:cNvSpPr>
          <p:nvPr/>
        </p:nvSpPr>
        <p:spPr>
          <a:xfrm xmlns:a="http://schemas.openxmlformats.org/drawingml/2006/main">
            <a:off x="1047750" y="4305300"/>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FFFFF"/>
                </a:solidFill>
                <a:latin typeface="Bitstream Charter"/>
                <a:ea typeface="Bitstream Charter"/>
                <a:cs typeface="Bitstream Charter"/>
              </a:defRPr>
            </a:pPr>
            <a:r>
              <a:rPr sz="2400" b="1">
                <a:solidFill>
                  <a:srgbClr val="FFFFFF"/>
                </a:solidFill>
                <a:latin typeface="Bitstream Charter"/>
                <a:ea typeface="Bitstream Charter"/>
                <a:cs typeface="Bitstream Charter"/>
              </a:rPr>
              <a:t>U</a:t>
            </a:r>
          </a:p>
        </p:txBody>
      </p:sp>
      <p:sp>
        <p:nvSpPr>
          <p:cNvPr id="16" name="">
            <a:extLst xmlns:a="http://schemas.openxmlformats.org/drawingml/2006/main">
              <a:ext uri="{FF2B5EF4-FFF2-40B4-BE49-F238E27FC236}">
                <a16:creationId xmlns:a16="http://schemas.microsoft.com/office/drawing/2014/main" id="{D3A9205E-E0D5-44BD-AB94-EB66AED8108A}"/>
              </a:ext>
            </a:extLst>
          </p:cNvPr>
          <p:cNvSpPr>
            <a:spLocks xmlns:a="http://schemas.openxmlformats.org/drawingml/2006/main" noGrp="1"/>
          </p:cNvSpPr>
          <p:nvPr/>
        </p:nvSpPr>
        <p:spPr>
          <a:xfrm xmlns:a="http://schemas.openxmlformats.org/drawingml/2006/main">
            <a:off x="2095500" y="4191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Unknown</a:t>
            </a:r>
          </a:p>
        </p:txBody>
      </p:sp>
      <p:sp>
        <p:nvSpPr>
          <p:cNvPr id="17" name="">
            <a:extLst xmlns:a="http://schemas.openxmlformats.org/drawingml/2006/main">
              <a:ext uri="{FF2B5EF4-FFF2-40B4-BE49-F238E27FC236}">
                <a16:creationId xmlns:a16="http://schemas.microsoft.com/office/drawing/2014/main" id="{3E688D55-C0FD-4F31-B561-FCF5346108D2}"/>
              </a:ext>
            </a:extLst>
          </p:cNvPr>
          <p:cNvSpPr>
            <a:spLocks xmlns:a="http://schemas.openxmlformats.org/drawingml/2006/main" noGrp="1"/>
          </p:cNvSpPr>
          <p:nvPr/>
        </p:nvSpPr>
        <p:spPr>
          <a:xfrm xmlns:a="http://schemas.openxmlformats.org/drawingml/2006/main">
            <a:off x="4286250" y="4143375"/>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Information unavailable, conflicting or still under review</a:t>
            </a:r>
          </a:p>
        </p:txBody>
      </p:sp>
      <p:sp>
        <p:nvSpPr>
          <p:cNvPr id="18" name="">
            <a:extLst xmlns:a="http://schemas.openxmlformats.org/drawingml/2006/main">
              <a:ext uri="{FF2B5EF4-FFF2-40B4-BE49-F238E27FC236}">
                <a16:creationId xmlns:a16="http://schemas.microsoft.com/office/drawing/2014/main" id="{8CEE94DC-6045-41EC-8267-C379980A045B}"/>
              </a:ext>
            </a:extLst>
          </p:cNvPr>
          <p:cNvSpPr>
            <a:spLocks xmlns:a="http://schemas.openxmlformats.org/drawingml/2006/main" noGrp="1"/>
          </p:cNvSpPr>
          <p:nvPr/>
        </p:nvSpPr>
        <p:spPr>
          <a:xfrm xmlns:a="http://schemas.openxmlformats.org/drawingml/2006/main">
            <a:off x="2095500" y="5619750"/>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E76F51"/>
                </a:solidFill>
                <a:latin typeface="Bitstream Charter"/>
                <a:ea typeface="Bitstream Charter"/>
                <a:cs typeface="Bitstream Charter"/>
              </a:defRPr>
            </a:pPr>
            <a:r>
              <a:rPr sz="1875" b="1">
                <a:solidFill>
                  <a:srgbClr val="E76F51"/>
                </a:solidFill>
                <a:latin typeface="Bitstream Charter"/>
                <a:ea typeface="Bitstream Charter"/>
                <a:cs typeface="Bitstream Charter"/>
              </a:rPr>
              <a:t>Do not convert reported information into evidence by repetition.</a:t>
            </a:r>
          </a:p>
        </p:txBody>
      </p:sp>
    </p:spTree>
    <p:extLst>
      <p:ext uri="{BB962C8B-B14F-4D97-AF65-F5344CB8AC3E}">
        <p14:creationId xmlns:p14="http://schemas.microsoft.com/office/powerpoint/2010/main" val="8322617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A49D1F-0BF6-4F2E-B1FD-EA98DE3D7CF3}"/>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C674E022-4D16-4FA2-82ED-80D8C5465DE1}"/>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Fictional case: Republic of Kintaba</a:t>
            </a:r>
          </a:p>
        </p:txBody>
      </p:sp>
      <p:sp>
        <p:nvSpPr>
          <p:cNvPr id="3" name="">
            <a:extLst xmlns:a="http://schemas.openxmlformats.org/drawingml/2006/main">
              <a:ext uri="{FF2B5EF4-FFF2-40B4-BE49-F238E27FC236}">
                <a16:creationId xmlns:a16="http://schemas.microsoft.com/office/drawing/2014/main" id="{E17C6651-3800-4053-B098-222C59857503}"/>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82EC18-2759-4A32-8E2E-E5D4BE3A6DA7}"/>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9FCA5B47-BDCA-429F-8109-A48F3C32AEAD}"/>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CE8B7E6A-BF94-45F7-BA73-7B95878863D6}"/>
              </a:ext>
            </a:extLst>
          </p:cNvPr>
          <p:cNvSpPr>
            <a:spLocks xmlns:a="http://schemas.openxmlformats.org/drawingml/2006/main" noGrp="1"/>
          </p:cNvSpPr>
          <p:nvPr/>
        </p:nvSpPr>
        <p:spPr>
          <a:xfrm xmlns:a="http://schemas.openxmlformats.org/drawingml/2006/main">
            <a:off x="857250" y="1285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2344D"/>
                </a:solidFill>
                <a:latin typeface="Bitstream Charter"/>
                <a:ea typeface="Bitstream Charter"/>
                <a:cs typeface="Bitstream Charter"/>
              </a:defRPr>
            </a:pPr>
            <a:r>
              <a:rPr sz="2025" b="1">
                <a:solidFill>
                  <a:srgbClr val="12344D"/>
                </a:solidFill>
                <a:latin typeface="Bitstream Charter"/>
                <a:ea typeface="Bitstream Charter"/>
                <a:cs typeface="Bitstream Charter"/>
              </a:rPr>
              <a:t>A country with multiple producers, fragmented flows and pressure for faster decisions</a:t>
            </a:r>
          </a:p>
        </p:txBody>
      </p:sp>
      <p:sp>
        <p:nvSpPr>
          <p:cNvPr id="7" name="">
            <a:extLst xmlns:a="http://schemas.openxmlformats.org/drawingml/2006/main">
              <a:ext uri="{FF2B5EF4-FFF2-40B4-BE49-F238E27FC236}">
                <a16:creationId xmlns:a16="http://schemas.microsoft.com/office/drawing/2014/main" id="{82481DB3-C711-4E85-AE11-B3F1498D76C1}"/>
              </a:ext>
            </a:extLst>
          </p:cNvPr>
          <p:cNvSpPr>
            <a:spLocks xmlns:a="http://schemas.openxmlformats.org/drawingml/2006/main" noGrp="1"/>
          </p:cNvSpPr>
          <p:nvPr/>
        </p:nvSpPr>
        <p:spPr>
          <a:xfrm xmlns:a="http://schemas.openxmlformats.org/drawingml/2006/main">
            <a:off x="762000" y="2333625"/>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000" b="1">
                <a:solidFill>
                  <a:srgbClr val="1F6E8C"/>
                </a:solidFill>
                <a:latin typeface="Bitstream Charter"/>
                <a:ea typeface="Bitstream Charter"/>
                <a:cs typeface="Bitstream Charter"/>
              </a:defRPr>
            </a:pPr>
            <a:r>
              <a:rPr sz="3000" b="1">
                <a:solidFill>
                  <a:srgbClr val="1F6E8C"/>
                </a:solidFill>
                <a:latin typeface="Bitstream Charter"/>
                <a:ea typeface="Bitstream Charter"/>
                <a:cs typeface="Bitstream Charter"/>
              </a:rPr>
              <a:t>12</a:t>
            </a:r>
          </a:p>
        </p:txBody>
      </p:sp>
      <p:sp>
        <p:nvSpPr>
          <p:cNvPr id="8" name="">
            <a:extLst xmlns:a="http://schemas.openxmlformats.org/drawingml/2006/main">
              <a:ext uri="{FF2B5EF4-FFF2-40B4-BE49-F238E27FC236}">
                <a16:creationId xmlns:a16="http://schemas.microsoft.com/office/drawing/2014/main" id="{2F69B133-3903-4172-ACA6-EBA514D3E104}"/>
              </a:ext>
            </a:extLst>
          </p:cNvPr>
          <p:cNvSpPr>
            <a:spLocks xmlns:a="http://schemas.openxmlformats.org/drawingml/2006/main" noGrp="1"/>
          </p:cNvSpPr>
          <p:nvPr/>
        </p:nvSpPr>
        <p:spPr>
          <a:xfrm xmlns:a="http://schemas.openxmlformats.org/drawingml/2006/main">
            <a:off x="2000250" y="24098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actors</a:t>
            </a:r>
          </a:p>
        </p:txBody>
      </p:sp>
      <p:sp>
        <p:nvSpPr>
          <p:cNvPr id="9" name="">
            <a:extLst xmlns:a="http://schemas.openxmlformats.org/drawingml/2006/main">
              <a:ext uri="{FF2B5EF4-FFF2-40B4-BE49-F238E27FC236}">
                <a16:creationId xmlns:a16="http://schemas.microsoft.com/office/drawing/2014/main" id="{F47461EA-8BF3-4978-9A63-BE42941202AD}"/>
              </a:ext>
            </a:extLst>
          </p:cNvPr>
          <p:cNvSpPr>
            <a:spLocks xmlns:a="http://schemas.openxmlformats.org/drawingml/2006/main" noGrp="1"/>
          </p:cNvSpPr>
          <p:nvPr/>
        </p:nvSpPr>
        <p:spPr>
          <a:xfrm xmlns:a="http://schemas.openxmlformats.org/drawingml/2006/main">
            <a:off x="4524375" y="2333625"/>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000" b="1">
                <a:solidFill>
                  <a:srgbClr val="2A9D8F"/>
                </a:solidFill>
                <a:latin typeface="Bitstream Charter"/>
                <a:ea typeface="Bitstream Charter"/>
                <a:cs typeface="Bitstream Charter"/>
              </a:defRPr>
            </a:pPr>
            <a:r>
              <a:rPr sz="3000" b="1">
                <a:solidFill>
                  <a:srgbClr val="2A9D8F"/>
                </a:solidFill>
                <a:latin typeface="Bitstream Charter"/>
                <a:ea typeface="Bitstream Charter"/>
                <a:cs typeface="Bitstream Charter"/>
              </a:rPr>
              <a:t>10</a:t>
            </a:r>
          </a:p>
        </p:txBody>
      </p:sp>
      <p:sp>
        <p:nvSpPr>
          <p:cNvPr id="10" name="">
            <a:extLst xmlns:a="http://schemas.openxmlformats.org/drawingml/2006/main">
              <a:ext uri="{FF2B5EF4-FFF2-40B4-BE49-F238E27FC236}">
                <a16:creationId xmlns:a16="http://schemas.microsoft.com/office/drawing/2014/main" id="{6222A7E6-895E-4824-8ACF-05D0E98C757D}"/>
              </a:ext>
            </a:extLst>
          </p:cNvPr>
          <p:cNvSpPr>
            <a:spLocks xmlns:a="http://schemas.openxmlformats.org/drawingml/2006/main" noGrp="1"/>
          </p:cNvSpPr>
          <p:nvPr/>
        </p:nvSpPr>
        <p:spPr>
          <a:xfrm xmlns:a="http://schemas.openxmlformats.org/drawingml/2006/main">
            <a:off x="5762625" y="24098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assets</a:t>
            </a:r>
          </a:p>
        </p:txBody>
      </p:sp>
      <p:sp>
        <p:nvSpPr>
          <p:cNvPr id="11" name="">
            <a:extLst xmlns:a="http://schemas.openxmlformats.org/drawingml/2006/main">
              <a:ext uri="{FF2B5EF4-FFF2-40B4-BE49-F238E27FC236}">
                <a16:creationId xmlns:a16="http://schemas.microsoft.com/office/drawing/2014/main" id="{DADACEFC-EEE6-43A6-8FA3-B888C35750A4}"/>
              </a:ext>
            </a:extLst>
          </p:cNvPr>
          <p:cNvSpPr>
            <a:spLocks xmlns:a="http://schemas.openxmlformats.org/drawingml/2006/main" noGrp="1"/>
          </p:cNvSpPr>
          <p:nvPr/>
        </p:nvSpPr>
        <p:spPr>
          <a:xfrm xmlns:a="http://schemas.openxmlformats.org/drawingml/2006/main">
            <a:off x="8286750" y="2333625"/>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000" b="1">
                <a:solidFill>
                  <a:srgbClr val="E76F51"/>
                </a:solidFill>
                <a:latin typeface="Bitstream Charter"/>
                <a:ea typeface="Bitstream Charter"/>
                <a:cs typeface="Bitstream Charter"/>
              </a:defRPr>
            </a:pPr>
            <a:r>
              <a:rPr sz="3000" b="1">
                <a:solidFill>
                  <a:srgbClr val="E76F51"/>
                </a:solidFill>
                <a:latin typeface="Bitstream Charter"/>
                <a:ea typeface="Bitstream Charter"/>
                <a:cs typeface="Bitstream Charter"/>
              </a:rPr>
              <a:t>8</a:t>
            </a:r>
          </a:p>
        </p:txBody>
      </p:sp>
      <p:sp>
        <p:nvSpPr>
          <p:cNvPr id="12" name="">
            <a:extLst xmlns:a="http://schemas.openxmlformats.org/drawingml/2006/main">
              <a:ext uri="{FF2B5EF4-FFF2-40B4-BE49-F238E27FC236}">
                <a16:creationId xmlns:a16="http://schemas.microsoft.com/office/drawing/2014/main" id="{B6F9A860-E412-4B8B-A069-18E1E8B139AD}"/>
              </a:ext>
            </a:extLst>
          </p:cNvPr>
          <p:cNvSpPr>
            <a:spLocks xmlns:a="http://schemas.openxmlformats.org/drawingml/2006/main" noGrp="1"/>
          </p:cNvSpPr>
          <p:nvPr/>
        </p:nvSpPr>
        <p:spPr>
          <a:xfrm xmlns:a="http://schemas.openxmlformats.org/drawingml/2006/main">
            <a:off x="9525000" y="24098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flows</a:t>
            </a:r>
          </a:p>
        </p:txBody>
      </p:sp>
      <p:sp>
        <p:nvSpPr>
          <p:cNvPr id="13" name="">
            <a:extLst xmlns:a="http://schemas.openxmlformats.org/drawingml/2006/main">
              <a:ext uri="{FF2B5EF4-FFF2-40B4-BE49-F238E27FC236}">
                <a16:creationId xmlns:a16="http://schemas.microsoft.com/office/drawing/2014/main" id="{B8EE1557-73BE-47EC-9354-C9D9DA45159A}"/>
              </a:ext>
            </a:extLst>
          </p:cNvPr>
          <p:cNvSpPr>
            <a:spLocks xmlns:a="http://schemas.openxmlformats.org/drawingml/2006/main" noGrp="1"/>
          </p:cNvSpPr>
          <p:nvPr/>
        </p:nvSpPr>
        <p:spPr>
          <a:xfrm xmlns:a="http://schemas.openxmlformats.org/drawingml/2006/main">
            <a:off x="762000" y="3810000"/>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000" b="1">
                <a:solidFill>
                  <a:srgbClr val="1F6E8C"/>
                </a:solidFill>
                <a:latin typeface="Bitstream Charter"/>
                <a:ea typeface="Bitstream Charter"/>
                <a:cs typeface="Bitstream Charter"/>
              </a:defRPr>
            </a:pPr>
            <a:r>
              <a:rPr sz="3000" b="1">
                <a:solidFill>
                  <a:srgbClr val="1F6E8C"/>
                </a:solidFill>
                <a:latin typeface="Bitstream Charter"/>
                <a:ea typeface="Bitstream Charter"/>
                <a:cs typeface="Bitstream Charter"/>
              </a:rPr>
              <a:t>8</a:t>
            </a:r>
          </a:p>
        </p:txBody>
      </p:sp>
      <p:sp>
        <p:nvSpPr>
          <p:cNvPr id="14" name="">
            <a:extLst xmlns:a="http://schemas.openxmlformats.org/drawingml/2006/main">
              <a:ext uri="{FF2B5EF4-FFF2-40B4-BE49-F238E27FC236}">
                <a16:creationId xmlns:a16="http://schemas.microsoft.com/office/drawing/2014/main" id="{85E0344B-A2E8-4CC5-BB3B-66A9AF318E89}"/>
              </a:ext>
            </a:extLst>
          </p:cNvPr>
          <p:cNvSpPr>
            <a:spLocks xmlns:a="http://schemas.openxmlformats.org/drawingml/2006/main" noGrp="1"/>
          </p:cNvSpPr>
          <p:nvPr/>
        </p:nvSpPr>
        <p:spPr>
          <a:xfrm xmlns:a="http://schemas.openxmlformats.org/drawingml/2006/main">
            <a:off x="2000250" y="38862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evidence records</a:t>
            </a:r>
          </a:p>
        </p:txBody>
      </p:sp>
      <p:sp>
        <p:nvSpPr>
          <p:cNvPr id="15" name="">
            <a:extLst xmlns:a="http://schemas.openxmlformats.org/drawingml/2006/main">
              <a:ext uri="{FF2B5EF4-FFF2-40B4-BE49-F238E27FC236}">
                <a16:creationId xmlns:a16="http://schemas.microsoft.com/office/drawing/2014/main" id="{9A4A1430-41EE-4F6C-953E-826A550F5F60}"/>
              </a:ext>
            </a:extLst>
          </p:cNvPr>
          <p:cNvSpPr>
            <a:spLocks xmlns:a="http://schemas.openxmlformats.org/drawingml/2006/main" noGrp="1"/>
          </p:cNvSpPr>
          <p:nvPr/>
        </p:nvSpPr>
        <p:spPr>
          <a:xfrm xmlns:a="http://schemas.openxmlformats.org/drawingml/2006/main">
            <a:off x="4524375" y="3810000"/>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000" b="1">
                <a:solidFill>
                  <a:srgbClr val="2A9D8F"/>
                </a:solidFill>
                <a:latin typeface="Bitstream Charter"/>
                <a:ea typeface="Bitstream Charter"/>
                <a:cs typeface="Bitstream Charter"/>
              </a:defRPr>
            </a:pPr>
            <a:r>
              <a:rPr sz="3000" b="1">
                <a:solidFill>
                  <a:srgbClr val="2A9D8F"/>
                </a:solidFill>
                <a:latin typeface="Bitstream Charter"/>
                <a:ea typeface="Bitstream Charter"/>
                <a:cs typeface="Bitstream Charter"/>
              </a:rPr>
              <a:t>6</a:t>
            </a:r>
          </a:p>
        </p:txBody>
      </p:sp>
      <p:sp>
        <p:nvSpPr>
          <p:cNvPr id="16" name="">
            <a:extLst xmlns:a="http://schemas.openxmlformats.org/drawingml/2006/main">
              <a:ext uri="{FF2B5EF4-FFF2-40B4-BE49-F238E27FC236}">
                <a16:creationId xmlns:a16="http://schemas.microsoft.com/office/drawing/2014/main" id="{40887D44-3D62-4C7B-B840-79AEC98A8467}"/>
              </a:ext>
            </a:extLst>
          </p:cNvPr>
          <p:cNvSpPr>
            <a:spLocks xmlns:a="http://schemas.openxmlformats.org/drawingml/2006/main" noGrp="1"/>
          </p:cNvSpPr>
          <p:nvPr/>
        </p:nvSpPr>
        <p:spPr>
          <a:xfrm xmlns:a="http://schemas.openxmlformats.org/drawingml/2006/main">
            <a:off x="5762625" y="38862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risks</a:t>
            </a:r>
          </a:p>
        </p:txBody>
      </p:sp>
      <p:sp>
        <p:nvSpPr>
          <p:cNvPr id="17" name="">
            <a:extLst xmlns:a="http://schemas.openxmlformats.org/drawingml/2006/main">
              <a:ext uri="{FF2B5EF4-FFF2-40B4-BE49-F238E27FC236}">
                <a16:creationId xmlns:a16="http://schemas.microsoft.com/office/drawing/2014/main" id="{A244785C-1818-412F-9FB3-2D95EDEE4408}"/>
              </a:ext>
            </a:extLst>
          </p:cNvPr>
          <p:cNvSpPr>
            <a:spLocks xmlns:a="http://schemas.openxmlformats.org/drawingml/2006/main" noGrp="1"/>
          </p:cNvSpPr>
          <p:nvPr/>
        </p:nvSpPr>
        <p:spPr>
          <a:xfrm xmlns:a="http://schemas.openxmlformats.org/drawingml/2006/main">
            <a:off x="8286750" y="3810000"/>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000" b="1">
                <a:solidFill>
                  <a:srgbClr val="E76F51"/>
                </a:solidFill>
                <a:latin typeface="Bitstream Charter"/>
                <a:ea typeface="Bitstream Charter"/>
                <a:cs typeface="Bitstream Charter"/>
              </a:defRPr>
            </a:pPr>
            <a:r>
              <a:rPr sz="3000" b="1">
                <a:solidFill>
                  <a:srgbClr val="E76F51"/>
                </a:solidFill>
                <a:latin typeface="Bitstream Charter"/>
                <a:ea typeface="Bitstream Charter"/>
                <a:cs typeface="Bitstream Charter"/>
              </a:rPr>
              <a:t>5</a:t>
            </a:r>
          </a:p>
        </p:txBody>
      </p:sp>
      <p:sp>
        <p:nvSpPr>
          <p:cNvPr id="18" name="">
            <a:extLst xmlns:a="http://schemas.openxmlformats.org/drawingml/2006/main">
              <a:ext uri="{FF2B5EF4-FFF2-40B4-BE49-F238E27FC236}">
                <a16:creationId xmlns:a16="http://schemas.microsoft.com/office/drawing/2014/main" id="{BB8A0E5D-4A3E-41E2-ACAE-1E9FD2787460}"/>
              </a:ext>
            </a:extLst>
          </p:cNvPr>
          <p:cNvSpPr>
            <a:spLocks xmlns:a="http://schemas.openxmlformats.org/drawingml/2006/main" noGrp="1"/>
          </p:cNvSpPr>
          <p:nvPr/>
        </p:nvSpPr>
        <p:spPr>
          <a:xfrm xmlns:a="http://schemas.openxmlformats.org/drawingml/2006/main">
            <a:off x="9525000" y="38862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AI opportunities</a:t>
            </a:r>
          </a:p>
        </p:txBody>
      </p:sp>
      <p:sp>
        <p:nvSpPr>
          <p:cNvPr id="19" name="">
            <a:extLst xmlns:a="http://schemas.openxmlformats.org/drawingml/2006/main">
              <a:ext uri="{FF2B5EF4-FFF2-40B4-BE49-F238E27FC236}">
                <a16:creationId xmlns:a16="http://schemas.microsoft.com/office/drawing/2014/main" id="{9646FFAD-A529-4596-A685-CC5DCC7BABD2}"/>
              </a:ext>
            </a:extLst>
          </p:cNvPr>
          <p:cNvSpPr>
            <a:spLocks xmlns:a="http://schemas.openxmlformats.org/drawingml/2006/main" noGrp="1"/>
          </p:cNvSpPr>
          <p:nvPr/>
        </p:nvSpPr>
        <p:spPr>
          <a:xfrm xmlns:a="http://schemas.openxmlformats.org/drawingml/2006/main">
            <a:off x="2190750" y="56197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a:solidFill>
                  <a:srgbClr val="5E7180"/>
                </a:solidFill>
                <a:latin typeface="Bitstream Charter"/>
                <a:ea typeface="Bitstream Charter"/>
                <a:cs typeface="Bitstream Charter"/>
              </a:defRPr>
            </a:pPr>
            <a:r>
              <a:rPr sz="1725" b="0">
                <a:solidFill>
                  <a:srgbClr val="5E7180"/>
                </a:solidFill>
                <a:latin typeface="Bitstream Charter"/>
                <a:ea typeface="Bitstream Charter"/>
                <a:cs typeface="Bitstream Charter"/>
              </a:rPr>
              <a:t>The case is synthetic. The institutional problems are realistic.</a:t>
            </a:r>
          </a:p>
        </p:txBody>
      </p:sp>
    </p:spTree>
    <p:extLst>
      <p:ext uri="{BB962C8B-B14F-4D97-AF65-F5344CB8AC3E}">
        <p14:creationId xmlns:p14="http://schemas.microsoft.com/office/powerpoint/2010/main" val="19907854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8AE0C7-79EF-4814-A063-B735F44B301A}"/>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AF6C1FC9-9BA5-4D1A-A11C-F27D786DEE7F}"/>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Exercise sequence</a:t>
            </a:r>
          </a:p>
        </p:txBody>
      </p:sp>
      <p:sp>
        <p:nvSpPr>
          <p:cNvPr id="3" name="">
            <a:extLst xmlns:a="http://schemas.openxmlformats.org/drawingml/2006/main">
              <a:ext uri="{FF2B5EF4-FFF2-40B4-BE49-F238E27FC236}">
                <a16:creationId xmlns:a16="http://schemas.microsoft.com/office/drawing/2014/main" id="{C5278995-4551-42B6-8A4C-AAE55E50C648}"/>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76B83B-B608-42E6-8F93-7750A58F250D}"/>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13949656-0536-42D3-AA26-2FD0A104F609}"/>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34D96BB6-1B3D-471B-96DF-AAF5817DC261}"/>
              </a:ext>
            </a:extLst>
          </p:cNvPr>
          <p:cNvSpPr>
            <a:spLocks xmlns:a="http://schemas.openxmlformats.org/drawingml/2006/main" noGrp="1"/>
          </p:cNvSpPr>
          <p:nvPr/>
        </p:nvSpPr>
        <p:spPr>
          <a:xfrm xmlns:a="http://schemas.openxmlformats.org/drawingml/2006/main">
            <a:off x="666750" y="1857375"/>
            <a:ext cx="2381250" cy="2238375"/>
          </a:xfrm>
          <a:prstGeom xmlns:a="http://schemas.openxmlformats.org/drawingml/2006/main" prst="roundRect">
            <a:avLst>
              <a:gd name="adj" fmla="val 3404"/>
            </a:avLst>
          </a:prstGeom>
          <a:solidFill xmlns:a="http://schemas.openxmlformats.org/drawingml/2006/main">
            <a:srgbClr val="E4EF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50182B8-D552-43AE-BFF5-071D6B9965B3}"/>
              </a:ext>
            </a:extLst>
          </p:cNvPr>
          <p:cNvSpPr>
            <a:spLocks xmlns:a="http://schemas.openxmlformats.org/drawingml/2006/main" noGrp="1"/>
          </p:cNvSpPr>
          <p:nvPr/>
        </p:nvSpPr>
        <p:spPr>
          <a:xfrm xmlns:a="http://schemas.openxmlformats.org/drawingml/2006/main">
            <a:off x="1476375" y="20478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1F6E8C"/>
                </a:solidFill>
                <a:latin typeface="Bitstream Charter"/>
                <a:ea typeface="Bitstream Charter"/>
                <a:cs typeface="Bitstream Charter"/>
              </a:defRPr>
            </a:pPr>
            <a:r>
              <a:rPr sz="2700" b="1">
                <a:solidFill>
                  <a:srgbClr val="1F6E8C"/>
                </a:solidFill>
                <a:latin typeface="Bitstream Charter"/>
                <a:ea typeface="Bitstream Charter"/>
                <a:cs typeface="Bitstream Charter"/>
              </a:rPr>
              <a:t>1</a:t>
            </a:r>
          </a:p>
        </p:txBody>
      </p:sp>
      <p:sp>
        <p:nvSpPr>
          <p:cNvPr id="8" name="">
            <a:extLst xmlns:a="http://schemas.openxmlformats.org/drawingml/2006/main">
              <a:ext uri="{FF2B5EF4-FFF2-40B4-BE49-F238E27FC236}">
                <a16:creationId xmlns:a16="http://schemas.microsoft.com/office/drawing/2014/main" id="{310780B2-13C3-4FFD-8464-258D0E22EA85}"/>
              </a:ext>
            </a:extLst>
          </p:cNvPr>
          <p:cNvSpPr>
            <a:spLocks xmlns:a="http://schemas.openxmlformats.org/drawingml/2006/main" noGrp="1"/>
          </p:cNvSpPr>
          <p:nvPr/>
        </p:nvSpPr>
        <p:spPr>
          <a:xfrm xmlns:a="http://schemas.openxmlformats.org/drawingml/2006/main">
            <a:off x="876300" y="2905125"/>
            <a:ext cx="1962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2344D"/>
                </a:solidFill>
                <a:latin typeface="Bitstream Charter"/>
                <a:ea typeface="Bitstream Charter"/>
                <a:cs typeface="Bitstream Charter"/>
              </a:defRPr>
            </a:pPr>
            <a:r>
              <a:rPr sz="1575" b="1">
                <a:solidFill>
                  <a:srgbClr val="12344D"/>
                </a:solidFill>
                <a:latin typeface="Bitstream Charter"/>
                <a:ea typeface="Bitstream Charter"/>
                <a:cs typeface="Bitstream Charter"/>
              </a:rPr>
              <a:t>Map actors and authority</a:t>
            </a:r>
          </a:p>
        </p:txBody>
      </p:sp>
      <p:sp>
        <p:nvSpPr>
          <p:cNvPr id="9" name="">
            <a:extLst xmlns:a="http://schemas.openxmlformats.org/drawingml/2006/main">
              <a:ext uri="{FF2B5EF4-FFF2-40B4-BE49-F238E27FC236}">
                <a16:creationId xmlns:a16="http://schemas.microsoft.com/office/drawing/2014/main" id="{93A93E76-B148-4D3E-8C81-52CBEC16366E}"/>
              </a:ext>
            </a:extLst>
          </p:cNvPr>
          <p:cNvSpPr>
            <a:spLocks xmlns:a="http://schemas.openxmlformats.org/drawingml/2006/main" noGrp="1"/>
          </p:cNvSpPr>
          <p:nvPr/>
        </p:nvSpPr>
        <p:spPr>
          <a:xfrm xmlns:a="http://schemas.openxmlformats.org/drawingml/2006/main">
            <a:off x="3524250" y="1857375"/>
            <a:ext cx="2381250" cy="2238375"/>
          </a:xfrm>
          <a:prstGeom xmlns:a="http://schemas.openxmlformats.org/drawingml/2006/main" prst="roundRect">
            <a:avLst>
              <a:gd name="adj" fmla="val 3404"/>
            </a:avLst>
          </a:prstGeom>
          <a:solidFill xmlns:a="http://schemas.openxmlformats.org/drawingml/2006/main">
            <a:srgbClr val="DDF1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6C917C-34B0-421D-9921-4EFB0965A3AE}"/>
              </a:ext>
            </a:extLst>
          </p:cNvPr>
          <p:cNvSpPr>
            <a:spLocks xmlns:a="http://schemas.openxmlformats.org/drawingml/2006/main" noGrp="1"/>
          </p:cNvSpPr>
          <p:nvPr/>
        </p:nvSpPr>
        <p:spPr>
          <a:xfrm xmlns:a="http://schemas.openxmlformats.org/drawingml/2006/main">
            <a:off x="4333875" y="20478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2A9D8F"/>
                </a:solidFill>
                <a:latin typeface="Bitstream Charter"/>
                <a:ea typeface="Bitstream Charter"/>
                <a:cs typeface="Bitstream Charter"/>
              </a:defRPr>
            </a:pPr>
            <a:r>
              <a:rPr sz="2700" b="1">
                <a:solidFill>
                  <a:srgbClr val="2A9D8F"/>
                </a:solidFill>
                <a:latin typeface="Bitstream Charter"/>
                <a:ea typeface="Bitstream Charter"/>
                <a:cs typeface="Bitstream Charter"/>
              </a:rPr>
              <a:t>2</a:t>
            </a:r>
          </a:p>
        </p:txBody>
      </p:sp>
      <p:sp>
        <p:nvSpPr>
          <p:cNvPr id="11" name="">
            <a:extLst xmlns:a="http://schemas.openxmlformats.org/drawingml/2006/main">
              <a:ext uri="{FF2B5EF4-FFF2-40B4-BE49-F238E27FC236}">
                <a16:creationId xmlns:a16="http://schemas.microsoft.com/office/drawing/2014/main" id="{77E382BB-E0CA-44AD-B3BB-7B18ADB96C46}"/>
              </a:ext>
            </a:extLst>
          </p:cNvPr>
          <p:cNvSpPr>
            <a:spLocks xmlns:a="http://schemas.openxmlformats.org/drawingml/2006/main" noGrp="1"/>
          </p:cNvSpPr>
          <p:nvPr/>
        </p:nvSpPr>
        <p:spPr>
          <a:xfrm xmlns:a="http://schemas.openxmlformats.org/drawingml/2006/main">
            <a:off x="3733800" y="2905125"/>
            <a:ext cx="1962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2344D"/>
                </a:solidFill>
                <a:latin typeface="Bitstream Charter"/>
                <a:ea typeface="Bitstream Charter"/>
                <a:cs typeface="Bitstream Charter"/>
              </a:defRPr>
            </a:pPr>
            <a:r>
              <a:rPr sz="1575" b="1">
                <a:solidFill>
                  <a:srgbClr val="12344D"/>
                </a:solidFill>
                <a:latin typeface="Bitstream Charter"/>
                <a:ea typeface="Bitstream Charter"/>
                <a:cs typeface="Bitstream Charter"/>
              </a:rPr>
              <a:t>Inventory assets</a:t>
            </a:r>
          </a:p>
        </p:txBody>
      </p:sp>
      <p:sp>
        <p:nvSpPr>
          <p:cNvPr id="12" name="">
            <a:extLst xmlns:a="http://schemas.openxmlformats.org/drawingml/2006/main">
              <a:ext uri="{FF2B5EF4-FFF2-40B4-BE49-F238E27FC236}">
                <a16:creationId xmlns:a16="http://schemas.microsoft.com/office/drawing/2014/main" id="{3D696DC3-D324-48FA-AD96-413E12DD0946}"/>
              </a:ext>
            </a:extLst>
          </p:cNvPr>
          <p:cNvSpPr>
            <a:spLocks xmlns:a="http://schemas.openxmlformats.org/drawingml/2006/main" noGrp="1"/>
          </p:cNvSpPr>
          <p:nvPr/>
        </p:nvSpPr>
        <p:spPr>
          <a:xfrm xmlns:a="http://schemas.openxmlformats.org/drawingml/2006/main">
            <a:off x="6381750" y="1857375"/>
            <a:ext cx="2381250" cy="2238375"/>
          </a:xfrm>
          <a:prstGeom xmlns:a="http://schemas.openxmlformats.org/drawingml/2006/main" prst="roundRect">
            <a:avLst>
              <a:gd name="adj" fmla="val 3404"/>
            </a:avLst>
          </a:prstGeom>
          <a:solidFill xmlns:a="http://schemas.openxmlformats.org/drawingml/2006/main">
            <a:srgbClr val="E4EF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EE6C50-1C43-4222-A457-8B28075B01E8}"/>
              </a:ext>
            </a:extLst>
          </p:cNvPr>
          <p:cNvSpPr>
            <a:spLocks xmlns:a="http://schemas.openxmlformats.org/drawingml/2006/main" noGrp="1"/>
          </p:cNvSpPr>
          <p:nvPr/>
        </p:nvSpPr>
        <p:spPr>
          <a:xfrm xmlns:a="http://schemas.openxmlformats.org/drawingml/2006/main">
            <a:off x="7191375" y="20478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1F6E8C"/>
                </a:solidFill>
                <a:latin typeface="Bitstream Charter"/>
                <a:ea typeface="Bitstream Charter"/>
                <a:cs typeface="Bitstream Charter"/>
              </a:defRPr>
            </a:pPr>
            <a:r>
              <a:rPr sz="2700" b="1">
                <a:solidFill>
                  <a:srgbClr val="1F6E8C"/>
                </a:solidFill>
                <a:latin typeface="Bitstream Charter"/>
                <a:ea typeface="Bitstream Charter"/>
                <a:cs typeface="Bitstream Charter"/>
              </a:rPr>
              <a:t>3</a:t>
            </a:r>
          </a:p>
        </p:txBody>
      </p:sp>
      <p:sp>
        <p:nvSpPr>
          <p:cNvPr id="14" name="">
            <a:extLst xmlns:a="http://schemas.openxmlformats.org/drawingml/2006/main">
              <a:ext uri="{FF2B5EF4-FFF2-40B4-BE49-F238E27FC236}">
                <a16:creationId xmlns:a16="http://schemas.microsoft.com/office/drawing/2014/main" id="{9C01CA9B-D99D-4010-AEEB-4F58DA2930FF}"/>
              </a:ext>
            </a:extLst>
          </p:cNvPr>
          <p:cNvSpPr>
            <a:spLocks xmlns:a="http://schemas.openxmlformats.org/drawingml/2006/main" noGrp="1"/>
          </p:cNvSpPr>
          <p:nvPr/>
        </p:nvSpPr>
        <p:spPr>
          <a:xfrm xmlns:a="http://schemas.openxmlformats.org/drawingml/2006/main">
            <a:off x="6591300" y="2905125"/>
            <a:ext cx="1962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2344D"/>
                </a:solidFill>
                <a:latin typeface="Bitstream Charter"/>
                <a:ea typeface="Bitstream Charter"/>
                <a:cs typeface="Bitstream Charter"/>
              </a:defRPr>
            </a:pPr>
            <a:r>
              <a:rPr sz="1575" b="1">
                <a:solidFill>
                  <a:srgbClr val="12344D"/>
                </a:solidFill>
                <a:latin typeface="Bitstream Charter"/>
                <a:ea typeface="Bitstream Charter"/>
                <a:cs typeface="Bitstream Charter"/>
              </a:rPr>
              <a:t>Trace a critical flow</a:t>
            </a:r>
          </a:p>
        </p:txBody>
      </p:sp>
      <p:sp>
        <p:nvSpPr>
          <p:cNvPr id="15" name="">
            <a:extLst xmlns:a="http://schemas.openxmlformats.org/drawingml/2006/main">
              <a:ext uri="{FF2B5EF4-FFF2-40B4-BE49-F238E27FC236}">
                <a16:creationId xmlns:a16="http://schemas.microsoft.com/office/drawing/2014/main" id="{F7DE0C74-B52D-440A-AD96-3D5D14AEB6E9}"/>
              </a:ext>
            </a:extLst>
          </p:cNvPr>
          <p:cNvSpPr>
            <a:spLocks xmlns:a="http://schemas.openxmlformats.org/drawingml/2006/main" noGrp="1"/>
          </p:cNvSpPr>
          <p:nvPr/>
        </p:nvSpPr>
        <p:spPr>
          <a:xfrm xmlns:a="http://schemas.openxmlformats.org/drawingml/2006/main">
            <a:off x="9239250" y="1857375"/>
            <a:ext cx="2381250" cy="2238375"/>
          </a:xfrm>
          <a:prstGeom xmlns:a="http://schemas.openxmlformats.org/drawingml/2006/main" prst="roundRect">
            <a:avLst>
              <a:gd name="adj" fmla="val 3404"/>
            </a:avLst>
          </a:prstGeom>
          <a:solidFill xmlns:a="http://schemas.openxmlformats.org/drawingml/2006/main">
            <a:srgbClr val="DDF1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BF4EBD4-BA20-4BDD-BEF7-055559966D81}"/>
              </a:ext>
            </a:extLst>
          </p:cNvPr>
          <p:cNvSpPr>
            <a:spLocks xmlns:a="http://schemas.openxmlformats.org/drawingml/2006/main" noGrp="1"/>
          </p:cNvSpPr>
          <p:nvPr/>
        </p:nvSpPr>
        <p:spPr>
          <a:xfrm xmlns:a="http://schemas.openxmlformats.org/drawingml/2006/main">
            <a:off x="10048875" y="20478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2A9D8F"/>
                </a:solidFill>
                <a:latin typeface="Bitstream Charter"/>
                <a:ea typeface="Bitstream Charter"/>
                <a:cs typeface="Bitstream Charter"/>
              </a:defRPr>
            </a:pPr>
            <a:r>
              <a:rPr sz="2700" b="1">
                <a:solidFill>
                  <a:srgbClr val="2A9D8F"/>
                </a:solidFill>
                <a:latin typeface="Bitstream Charter"/>
                <a:ea typeface="Bitstream Charter"/>
                <a:cs typeface="Bitstream Charter"/>
              </a:rPr>
              <a:t>4</a:t>
            </a:r>
          </a:p>
        </p:txBody>
      </p:sp>
      <p:sp>
        <p:nvSpPr>
          <p:cNvPr id="17" name="">
            <a:extLst xmlns:a="http://schemas.openxmlformats.org/drawingml/2006/main">
              <a:ext uri="{FF2B5EF4-FFF2-40B4-BE49-F238E27FC236}">
                <a16:creationId xmlns:a16="http://schemas.microsoft.com/office/drawing/2014/main" id="{1A6A6E46-6DA4-4485-9754-E7CC13588E89}"/>
              </a:ext>
            </a:extLst>
          </p:cNvPr>
          <p:cNvSpPr>
            <a:spLocks xmlns:a="http://schemas.openxmlformats.org/drawingml/2006/main" noGrp="1"/>
          </p:cNvSpPr>
          <p:nvPr/>
        </p:nvSpPr>
        <p:spPr>
          <a:xfrm xmlns:a="http://schemas.openxmlformats.org/drawingml/2006/main">
            <a:off x="9448800" y="2905125"/>
            <a:ext cx="1962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2344D"/>
                </a:solidFill>
                <a:latin typeface="Bitstream Charter"/>
                <a:ea typeface="Bitstream Charter"/>
                <a:cs typeface="Bitstream Charter"/>
              </a:defRPr>
            </a:pPr>
            <a:r>
              <a:rPr sz="1575" b="1">
                <a:solidFill>
                  <a:srgbClr val="12344D"/>
                </a:solidFill>
                <a:latin typeface="Bitstream Charter"/>
                <a:ea typeface="Bitstream Charter"/>
                <a:cs typeface="Bitstream Charter"/>
              </a:rPr>
              <a:t>Screen an AI opportunity</a:t>
            </a:r>
          </a:p>
        </p:txBody>
      </p:sp>
      <p:sp>
        <p:nvSpPr>
          <p:cNvPr id="18" name="">
            <a:extLst xmlns:a="http://schemas.openxmlformats.org/drawingml/2006/main">
              <a:ext uri="{FF2B5EF4-FFF2-40B4-BE49-F238E27FC236}">
                <a16:creationId xmlns:a16="http://schemas.microsoft.com/office/drawing/2014/main" id="{2422724C-7870-4BE9-8E12-79E718B7CCEE}"/>
              </a:ext>
            </a:extLst>
          </p:cNvPr>
          <p:cNvSpPr>
            <a:spLocks xmlns:a="http://schemas.openxmlformats.org/drawingml/2006/main" noGrp="1"/>
          </p:cNvSpPr>
          <p:nvPr/>
        </p:nvSpPr>
        <p:spPr>
          <a:xfrm xmlns:a="http://schemas.openxmlformats.org/drawingml/2006/main">
            <a:off x="1666875" y="457200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Record evidence, missing information and responsible follow-up at every stage.</a:t>
            </a:r>
          </a:p>
        </p:txBody>
      </p:sp>
    </p:spTree>
    <p:extLst>
      <p:ext uri="{BB962C8B-B14F-4D97-AF65-F5344CB8AC3E}">
        <p14:creationId xmlns:p14="http://schemas.microsoft.com/office/powerpoint/2010/main" val="2211232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C01AE6E-6233-4F9B-912D-CF44090A4833}"/>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A614D46E-067E-462A-9794-210991F5FAF0}"/>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AI opportunity screening</a:t>
            </a:r>
          </a:p>
        </p:txBody>
      </p:sp>
      <p:sp>
        <p:nvSpPr>
          <p:cNvPr id="3" name="">
            <a:extLst xmlns:a="http://schemas.openxmlformats.org/drawingml/2006/main">
              <a:ext uri="{FF2B5EF4-FFF2-40B4-BE49-F238E27FC236}">
                <a16:creationId xmlns:a16="http://schemas.microsoft.com/office/drawing/2014/main" id="{2F7F3729-1B8F-49ED-AD77-DFB91B4841E5}"/>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089BA4-9BFD-4315-8DF7-F475A5EF55BB}"/>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E1196348-0BCA-42BB-A72D-BEA58EF8CB04}"/>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04A05F95-40EC-47DA-AF09-ACF8B6521190}"/>
              </a:ext>
            </a:extLst>
          </p:cNvPr>
          <p:cNvSpPr>
            <a:spLocks xmlns:a="http://schemas.openxmlformats.org/drawingml/2006/main" noGrp="1"/>
          </p:cNvSpPr>
          <p:nvPr/>
        </p:nvSpPr>
        <p:spPr>
          <a:xfrm xmlns:a="http://schemas.openxmlformats.org/drawingml/2006/main">
            <a:off x="857250" y="12858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F6E8C"/>
                </a:solidFill>
                <a:latin typeface="Bitstream Charter"/>
                <a:ea typeface="Bitstream Charter"/>
                <a:cs typeface="Bitstream Charter"/>
              </a:defRPr>
            </a:pPr>
            <a:r>
              <a:rPr sz="1575" b="1">
                <a:solidFill>
                  <a:srgbClr val="1F6E8C"/>
                </a:solidFill>
                <a:latin typeface="Bitstream Charter"/>
                <a:ea typeface="Bitstream Charter"/>
                <a:cs typeface="Bitstream Charter"/>
              </a:rPr>
              <a:t>Purpose</a:t>
            </a:r>
          </a:p>
        </p:txBody>
      </p:sp>
      <p:sp>
        <p:nvSpPr>
          <p:cNvPr id="7" name="">
            <a:extLst xmlns:a="http://schemas.openxmlformats.org/drawingml/2006/main">
              <a:ext uri="{FF2B5EF4-FFF2-40B4-BE49-F238E27FC236}">
                <a16:creationId xmlns:a16="http://schemas.microsoft.com/office/drawing/2014/main" id="{50320232-1A7E-4C5D-855C-F369109B2AC5}"/>
              </a:ext>
            </a:extLst>
          </p:cNvPr>
          <p:cNvSpPr>
            <a:spLocks xmlns:a="http://schemas.openxmlformats.org/drawingml/2006/main" noGrp="1"/>
          </p:cNvSpPr>
          <p:nvPr/>
        </p:nvSpPr>
        <p:spPr>
          <a:xfrm xmlns:a="http://schemas.openxmlformats.org/drawingml/2006/main">
            <a:off x="2857500" y="12858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Which decision or service would improve?</a:t>
            </a:r>
          </a:p>
        </p:txBody>
      </p:sp>
      <p:sp>
        <p:nvSpPr>
          <p:cNvPr id="8" name="">
            <a:extLst xmlns:a="http://schemas.openxmlformats.org/drawingml/2006/main">
              <a:ext uri="{FF2B5EF4-FFF2-40B4-BE49-F238E27FC236}">
                <a16:creationId xmlns:a16="http://schemas.microsoft.com/office/drawing/2014/main" id="{D847AA25-E909-41B1-9299-D2EA93563F0B}"/>
              </a:ext>
            </a:extLst>
          </p:cNvPr>
          <p:cNvSpPr>
            <a:spLocks xmlns:a="http://schemas.openxmlformats.org/drawingml/2006/main" noGrp="1"/>
          </p:cNvSpPr>
          <p:nvPr/>
        </p:nvSpPr>
        <p:spPr>
          <a:xfrm xmlns:a="http://schemas.openxmlformats.org/drawingml/2006/main">
            <a:off x="857250" y="202882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Baseline</a:t>
            </a:r>
          </a:p>
        </p:txBody>
      </p:sp>
      <p:sp>
        <p:nvSpPr>
          <p:cNvPr id="9" name="">
            <a:extLst xmlns:a="http://schemas.openxmlformats.org/drawingml/2006/main">
              <a:ext uri="{FF2B5EF4-FFF2-40B4-BE49-F238E27FC236}">
                <a16:creationId xmlns:a16="http://schemas.microsoft.com/office/drawing/2014/main" id="{27B78AC2-26F6-47AC-BC70-5DF7602131AF}"/>
              </a:ext>
            </a:extLst>
          </p:cNvPr>
          <p:cNvSpPr>
            <a:spLocks xmlns:a="http://schemas.openxmlformats.org/drawingml/2006/main" noGrp="1"/>
          </p:cNvSpPr>
          <p:nvPr/>
        </p:nvSpPr>
        <p:spPr>
          <a:xfrm xmlns:a="http://schemas.openxmlformats.org/drawingml/2006/main">
            <a:off x="2857500" y="202882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What currently happens?</a:t>
            </a:r>
          </a:p>
        </p:txBody>
      </p:sp>
      <p:sp>
        <p:nvSpPr>
          <p:cNvPr id="10" name="">
            <a:extLst xmlns:a="http://schemas.openxmlformats.org/drawingml/2006/main">
              <a:ext uri="{FF2B5EF4-FFF2-40B4-BE49-F238E27FC236}">
                <a16:creationId xmlns:a16="http://schemas.microsoft.com/office/drawing/2014/main" id="{60A447B7-29B4-4BED-A505-4EC25D2B9D70}"/>
              </a:ext>
            </a:extLst>
          </p:cNvPr>
          <p:cNvSpPr>
            <a:spLocks xmlns:a="http://schemas.openxmlformats.org/drawingml/2006/main" noGrp="1"/>
          </p:cNvSpPr>
          <p:nvPr/>
        </p:nvSpPr>
        <p:spPr>
          <a:xfrm xmlns:a="http://schemas.openxmlformats.org/drawingml/2006/main">
            <a:off x="857250" y="27717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E76F51"/>
                </a:solidFill>
                <a:latin typeface="Bitstream Charter"/>
                <a:ea typeface="Bitstream Charter"/>
                <a:cs typeface="Bitstream Charter"/>
              </a:defRPr>
            </a:pPr>
            <a:r>
              <a:rPr sz="1575" b="1">
                <a:solidFill>
                  <a:srgbClr val="E76F51"/>
                </a:solidFill>
                <a:latin typeface="Bitstream Charter"/>
                <a:ea typeface="Bitstream Charter"/>
                <a:cs typeface="Bitstream Charter"/>
              </a:rPr>
              <a:t>Data</a:t>
            </a:r>
          </a:p>
        </p:txBody>
      </p:sp>
      <p:sp>
        <p:nvSpPr>
          <p:cNvPr id="11" name="">
            <a:extLst xmlns:a="http://schemas.openxmlformats.org/drawingml/2006/main">
              <a:ext uri="{FF2B5EF4-FFF2-40B4-BE49-F238E27FC236}">
                <a16:creationId xmlns:a16="http://schemas.microsoft.com/office/drawing/2014/main" id="{1B5DA0D8-C640-457B-B6F6-A32349B69E36}"/>
              </a:ext>
            </a:extLst>
          </p:cNvPr>
          <p:cNvSpPr>
            <a:spLocks xmlns:a="http://schemas.openxmlformats.org/drawingml/2006/main" noGrp="1"/>
          </p:cNvSpPr>
          <p:nvPr/>
        </p:nvSpPr>
        <p:spPr>
          <a:xfrm xmlns:a="http://schemas.openxmlformats.org/drawingml/2006/main">
            <a:off x="2857500" y="2771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Which assets support the task?</a:t>
            </a:r>
          </a:p>
        </p:txBody>
      </p:sp>
      <p:sp>
        <p:nvSpPr>
          <p:cNvPr id="12" name="">
            <a:extLst xmlns:a="http://schemas.openxmlformats.org/drawingml/2006/main">
              <a:ext uri="{FF2B5EF4-FFF2-40B4-BE49-F238E27FC236}">
                <a16:creationId xmlns:a16="http://schemas.microsoft.com/office/drawing/2014/main" id="{5C3DBAA0-F812-40E1-AE4E-F28E32C1DBA0}"/>
              </a:ext>
            </a:extLst>
          </p:cNvPr>
          <p:cNvSpPr>
            <a:spLocks xmlns:a="http://schemas.openxmlformats.org/drawingml/2006/main" noGrp="1"/>
          </p:cNvSpPr>
          <p:nvPr/>
        </p:nvSpPr>
        <p:spPr>
          <a:xfrm xmlns:a="http://schemas.openxmlformats.org/drawingml/2006/main">
            <a:off x="857250" y="351472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F6E8C"/>
                </a:solidFill>
                <a:latin typeface="Bitstream Charter"/>
                <a:ea typeface="Bitstream Charter"/>
                <a:cs typeface="Bitstream Charter"/>
              </a:defRPr>
            </a:pPr>
            <a:r>
              <a:rPr sz="1575" b="1">
                <a:solidFill>
                  <a:srgbClr val="1F6E8C"/>
                </a:solidFill>
                <a:latin typeface="Bitstream Charter"/>
                <a:ea typeface="Bitstream Charter"/>
                <a:cs typeface="Bitstream Charter"/>
              </a:rPr>
              <a:t>Quality</a:t>
            </a:r>
          </a:p>
        </p:txBody>
      </p:sp>
      <p:sp>
        <p:nvSpPr>
          <p:cNvPr id="13" name="">
            <a:extLst xmlns:a="http://schemas.openxmlformats.org/drawingml/2006/main">
              <a:ext uri="{FF2B5EF4-FFF2-40B4-BE49-F238E27FC236}">
                <a16:creationId xmlns:a16="http://schemas.microsoft.com/office/drawing/2014/main" id="{4F6AEF64-46D7-48E5-B852-6AABCC2514CB}"/>
              </a:ext>
            </a:extLst>
          </p:cNvPr>
          <p:cNvSpPr>
            <a:spLocks xmlns:a="http://schemas.openxmlformats.org/drawingml/2006/main" noGrp="1"/>
          </p:cNvSpPr>
          <p:nvPr/>
        </p:nvSpPr>
        <p:spPr>
          <a:xfrm xmlns:a="http://schemas.openxmlformats.org/drawingml/2006/main">
            <a:off x="2857500" y="351472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Which limitations affect validity?</a:t>
            </a:r>
          </a:p>
        </p:txBody>
      </p:sp>
      <p:sp>
        <p:nvSpPr>
          <p:cNvPr id="14" name="">
            <a:extLst xmlns:a="http://schemas.openxmlformats.org/drawingml/2006/main">
              <a:ext uri="{FF2B5EF4-FFF2-40B4-BE49-F238E27FC236}">
                <a16:creationId xmlns:a16="http://schemas.microsoft.com/office/drawing/2014/main" id="{C007117B-8CD0-438E-896E-C2C859366FE4}"/>
              </a:ext>
            </a:extLst>
          </p:cNvPr>
          <p:cNvSpPr>
            <a:spLocks xmlns:a="http://schemas.openxmlformats.org/drawingml/2006/main" noGrp="1"/>
          </p:cNvSpPr>
          <p:nvPr/>
        </p:nvSpPr>
        <p:spPr>
          <a:xfrm xmlns:a="http://schemas.openxmlformats.org/drawingml/2006/main">
            <a:off x="857250" y="42576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Authority</a:t>
            </a:r>
          </a:p>
        </p:txBody>
      </p:sp>
      <p:sp>
        <p:nvSpPr>
          <p:cNvPr id="15" name="">
            <a:extLst xmlns:a="http://schemas.openxmlformats.org/drawingml/2006/main">
              <a:ext uri="{FF2B5EF4-FFF2-40B4-BE49-F238E27FC236}">
                <a16:creationId xmlns:a16="http://schemas.microsoft.com/office/drawing/2014/main" id="{79A2F1BD-9005-40D3-91B4-9F26E9BF4242}"/>
              </a:ext>
            </a:extLst>
          </p:cNvPr>
          <p:cNvSpPr>
            <a:spLocks xmlns:a="http://schemas.openxmlformats.org/drawingml/2006/main" noGrp="1"/>
          </p:cNvSpPr>
          <p:nvPr/>
        </p:nvSpPr>
        <p:spPr>
          <a:xfrm xmlns:a="http://schemas.openxmlformats.org/drawingml/2006/main">
            <a:off x="2857500" y="42576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Who may authorize use?</a:t>
            </a:r>
          </a:p>
        </p:txBody>
      </p:sp>
      <p:sp>
        <p:nvSpPr>
          <p:cNvPr id="16" name="">
            <a:extLst xmlns:a="http://schemas.openxmlformats.org/drawingml/2006/main">
              <a:ext uri="{FF2B5EF4-FFF2-40B4-BE49-F238E27FC236}">
                <a16:creationId xmlns:a16="http://schemas.microsoft.com/office/drawing/2014/main" id="{9F0C2C43-460B-48AB-8FE3-9474687022D5}"/>
              </a:ext>
            </a:extLst>
          </p:cNvPr>
          <p:cNvSpPr>
            <a:spLocks xmlns:a="http://schemas.openxmlformats.org/drawingml/2006/main" noGrp="1"/>
          </p:cNvSpPr>
          <p:nvPr/>
        </p:nvSpPr>
        <p:spPr>
          <a:xfrm xmlns:a="http://schemas.openxmlformats.org/drawingml/2006/main">
            <a:off x="857250" y="500062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E76F51"/>
                </a:solidFill>
                <a:latin typeface="Bitstream Charter"/>
                <a:ea typeface="Bitstream Charter"/>
                <a:cs typeface="Bitstream Charter"/>
              </a:defRPr>
            </a:pPr>
            <a:r>
              <a:rPr sz="1575" b="1">
                <a:solidFill>
                  <a:srgbClr val="E76F51"/>
                </a:solidFill>
                <a:latin typeface="Bitstream Charter"/>
                <a:ea typeface="Bitstream Charter"/>
                <a:cs typeface="Bitstream Charter"/>
              </a:rPr>
              <a:t>Decision</a:t>
            </a:r>
          </a:p>
        </p:txBody>
      </p:sp>
      <p:sp>
        <p:nvSpPr>
          <p:cNvPr id="17" name="">
            <a:extLst xmlns:a="http://schemas.openxmlformats.org/drawingml/2006/main">
              <a:ext uri="{FF2B5EF4-FFF2-40B4-BE49-F238E27FC236}">
                <a16:creationId xmlns:a16="http://schemas.microsoft.com/office/drawing/2014/main" id="{648A8BD1-83E0-440E-907C-B2E3217C2B5C}"/>
              </a:ext>
            </a:extLst>
          </p:cNvPr>
          <p:cNvSpPr>
            <a:spLocks xmlns:a="http://schemas.openxmlformats.org/drawingml/2006/main" noGrp="1"/>
          </p:cNvSpPr>
          <p:nvPr/>
        </p:nvSpPr>
        <p:spPr>
          <a:xfrm xmlns:a="http://schemas.openxmlformats.org/drawingml/2006/main">
            <a:off x="2857500" y="500062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Proceed, improve first or stop?</a:t>
            </a:r>
          </a:p>
        </p:txBody>
      </p:sp>
    </p:spTree>
    <p:extLst>
      <p:ext uri="{BB962C8B-B14F-4D97-AF65-F5344CB8AC3E}">
        <p14:creationId xmlns:p14="http://schemas.microsoft.com/office/powerpoint/2010/main" val="10469441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FFDA87B-5CA0-4012-A3C7-7F9F558269DE}"/>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12A67E13-72CD-484A-9E02-3769F456D1D4}"/>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Common failure patterns</a:t>
            </a:r>
          </a:p>
        </p:txBody>
      </p:sp>
      <p:sp>
        <p:nvSpPr>
          <p:cNvPr id="3" name="">
            <a:extLst xmlns:a="http://schemas.openxmlformats.org/drawingml/2006/main">
              <a:ext uri="{FF2B5EF4-FFF2-40B4-BE49-F238E27FC236}">
                <a16:creationId xmlns:a16="http://schemas.microsoft.com/office/drawing/2014/main" id="{F99CB7E0-0511-4538-8EAA-E1FBBD64BF1A}"/>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FB94B6-635D-43A9-8F16-1909F14F6134}"/>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0ACA3E5C-216B-4F5D-AE42-80773F287606}"/>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0FCBB9F8-1715-498E-A9CC-E63DA619A580}"/>
              </a:ext>
            </a:extLst>
          </p:cNvPr>
          <p:cNvSpPr>
            <a:spLocks xmlns:a="http://schemas.openxmlformats.org/drawingml/2006/main" noGrp="1"/>
          </p:cNvSpPr>
          <p:nvPr/>
        </p:nvSpPr>
        <p:spPr>
          <a:xfrm xmlns:a="http://schemas.openxmlformats.org/drawingml/2006/main">
            <a:off x="809625" y="13811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E76F51"/>
                </a:solidFill>
                <a:latin typeface="Bitstream Charter"/>
                <a:ea typeface="Bitstream Charter"/>
                <a:cs typeface="Bitstream Charter"/>
              </a:defRPr>
            </a:pPr>
            <a:r>
              <a:rPr sz="1725" b="1">
                <a:solidFill>
                  <a:srgbClr val="E76F51"/>
                </a:solidFill>
                <a:latin typeface="Bitstream Charter"/>
                <a:ea typeface="Bitstream Charter"/>
                <a:cs typeface="Bitstream Charter"/>
              </a:rPr>
              <a:t>Inventory without purpose</a:t>
            </a:r>
          </a:p>
        </p:txBody>
      </p:sp>
      <p:sp>
        <p:nvSpPr>
          <p:cNvPr id="7" name="">
            <a:extLst xmlns:a="http://schemas.openxmlformats.org/drawingml/2006/main">
              <a:ext uri="{FF2B5EF4-FFF2-40B4-BE49-F238E27FC236}">
                <a16:creationId xmlns:a16="http://schemas.microsoft.com/office/drawing/2014/main" id="{514FBC44-40C0-47EF-9BFF-8BEB2F1D464F}"/>
              </a:ext>
            </a:extLst>
          </p:cNvPr>
          <p:cNvSpPr>
            <a:spLocks xmlns:a="http://schemas.openxmlformats.org/drawingml/2006/main" noGrp="1"/>
          </p:cNvSpPr>
          <p:nvPr/>
        </p:nvSpPr>
        <p:spPr>
          <a:xfrm xmlns:a="http://schemas.openxmlformats.org/drawingml/2006/main">
            <a:off x="4000500" y="138112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Lists assets but cannot connect them to decisions</a:t>
            </a:r>
          </a:p>
        </p:txBody>
      </p:sp>
      <p:sp>
        <p:nvSpPr>
          <p:cNvPr id="8" name="">
            <a:extLst xmlns:a="http://schemas.openxmlformats.org/drawingml/2006/main">
              <a:ext uri="{FF2B5EF4-FFF2-40B4-BE49-F238E27FC236}">
                <a16:creationId xmlns:a16="http://schemas.microsoft.com/office/drawing/2014/main" id="{E2B19D56-DFDE-449A-A357-36039C845E73}"/>
              </a:ext>
            </a:extLst>
          </p:cNvPr>
          <p:cNvSpPr>
            <a:spLocks xmlns:a="http://schemas.openxmlformats.org/drawingml/2006/main" noGrp="1"/>
          </p:cNvSpPr>
          <p:nvPr/>
        </p:nvSpPr>
        <p:spPr>
          <a:xfrm xmlns:a="http://schemas.openxmlformats.org/drawingml/2006/main">
            <a:off x="809625" y="242887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E76F51"/>
                </a:solidFill>
                <a:latin typeface="Bitstream Charter"/>
                <a:ea typeface="Bitstream Charter"/>
                <a:cs typeface="Bitstream Charter"/>
              </a:defRPr>
            </a:pPr>
            <a:r>
              <a:rPr sz="1725" b="1">
                <a:solidFill>
                  <a:srgbClr val="E76F51"/>
                </a:solidFill>
                <a:latin typeface="Bitstream Charter"/>
                <a:ea typeface="Bitstream Charter"/>
                <a:cs typeface="Bitstream Charter"/>
              </a:rPr>
              <a:t>Mandate assumed</a:t>
            </a:r>
          </a:p>
        </p:txBody>
      </p:sp>
      <p:sp>
        <p:nvSpPr>
          <p:cNvPr id="9" name="">
            <a:extLst xmlns:a="http://schemas.openxmlformats.org/drawingml/2006/main">
              <a:ext uri="{FF2B5EF4-FFF2-40B4-BE49-F238E27FC236}">
                <a16:creationId xmlns:a16="http://schemas.microsoft.com/office/drawing/2014/main" id="{90BC5A3C-3E8B-4C29-824D-B9584D998DE1}"/>
              </a:ext>
            </a:extLst>
          </p:cNvPr>
          <p:cNvSpPr>
            <a:spLocks xmlns:a="http://schemas.openxmlformats.org/drawingml/2006/main" noGrp="1"/>
          </p:cNvSpPr>
          <p:nvPr/>
        </p:nvSpPr>
        <p:spPr>
          <a:xfrm xmlns:a="http://schemas.openxmlformats.org/drawingml/2006/main">
            <a:off x="4000500" y="242887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Treats access or ownership as authority</a:t>
            </a:r>
          </a:p>
        </p:txBody>
      </p:sp>
      <p:sp>
        <p:nvSpPr>
          <p:cNvPr id="10" name="">
            <a:extLst xmlns:a="http://schemas.openxmlformats.org/drawingml/2006/main">
              <a:ext uri="{FF2B5EF4-FFF2-40B4-BE49-F238E27FC236}">
                <a16:creationId xmlns:a16="http://schemas.microsoft.com/office/drawing/2014/main" id="{F5FD5109-F6E4-4622-9FDC-F310C399A3F3}"/>
              </a:ext>
            </a:extLst>
          </p:cNvPr>
          <p:cNvSpPr>
            <a:spLocks xmlns:a="http://schemas.openxmlformats.org/drawingml/2006/main" noGrp="1"/>
          </p:cNvSpPr>
          <p:nvPr/>
        </p:nvSpPr>
        <p:spPr>
          <a:xfrm xmlns:a="http://schemas.openxmlformats.org/drawingml/2006/main">
            <a:off x="809625" y="34766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E76F51"/>
                </a:solidFill>
                <a:latin typeface="Bitstream Charter"/>
                <a:ea typeface="Bitstream Charter"/>
                <a:cs typeface="Bitstream Charter"/>
              </a:defRPr>
            </a:pPr>
            <a:r>
              <a:rPr sz="1725" b="1">
                <a:solidFill>
                  <a:srgbClr val="E76F51"/>
                </a:solidFill>
                <a:latin typeface="Bitstream Charter"/>
                <a:ea typeface="Bitstream Charter"/>
                <a:cs typeface="Bitstream Charter"/>
              </a:rPr>
              <a:t>Quality averaged</a:t>
            </a:r>
          </a:p>
        </p:txBody>
      </p:sp>
      <p:sp>
        <p:nvSpPr>
          <p:cNvPr id="11" name="">
            <a:extLst xmlns:a="http://schemas.openxmlformats.org/drawingml/2006/main">
              <a:ext uri="{FF2B5EF4-FFF2-40B4-BE49-F238E27FC236}">
                <a16:creationId xmlns:a16="http://schemas.microsoft.com/office/drawing/2014/main" id="{DE7063BE-C9BD-43FF-9862-103FDA8A23B6}"/>
              </a:ext>
            </a:extLst>
          </p:cNvPr>
          <p:cNvSpPr>
            <a:spLocks xmlns:a="http://schemas.openxmlformats.org/drawingml/2006/main" noGrp="1"/>
          </p:cNvSpPr>
          <p:nvPr/>
        </p:nvSpPr>
        <p:spPr>
          <a:xfrm xmlns:a="http://schemas.openxmlformats.org/drawingml/2006/main">
            <a:off x="4000500" y="347662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Hides a critical weakness inside a composite score</a:t>
            </a:r>
          </a:p>
        </p:txBody>
      </p:sp>
      <p:sp>
        <p:nvSpPr>
          <p:cNvPr id="12" name="">
            <a:extLst xmlns:a="http://schemas.openxmlformats.org/drawingml/2006/main">
              <a:ext uri="{FF2B5EF4-FFF2-40B4-BE49-F238E27FC236}">
                <a16:creationId xmlns:a16="http://schemas.microsoft.com/office/drawing/2014/main" id="{2841C762-F1AB-450C-B240-A86358BA781F}"/>
              </a:ext>
            </a:extLst>
          </p:cNvPr>
          <p:cNvSpPr>
            <a:spLocks xmlns:a="http://schemas.openxmlformats.org/drawingml/2006/main" noGrp="1"/>
          </p:cNvSpPr>
          <p:nvPr/>
        </p:nvSpPr>
        <p:spPr>
          <a:xfrm xmlns:a="http://schemas.openxmlformats.org/drawingml/2006/main">
            <a:off x="809625" y="452437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E76F51"/>
                </a:solidFill>
                <a:latin typeface="Bitstream Charter"/>
                <a:ea typeface="Bitstream Charter"/>
                <a:cs typeface="Bitstream Charter"/>
              </a:defRPr>
            </a:pPr>
            <a:r>
              <a:rPr sz="1725" b="1">
                <a:solidFill>
                  <a:srgbClr val="E76F51"/>
                </a:solidFill>
                <a:latin typeface="Bitstream Charter"/>
                <a:ea typeface="Bitstream Charter"/>
                <a:cs typeface="Bitstream Charter"/>
              </a:rPr>
              <a:t>AI selected first</a:t>
            </a:r>
          </a:p>
        </p:txBody>
      </p:sp>
      <p:sp>
        <p:nvSpPr>
          <p:cNvPr id="13" name="">
            <a:extLst xmlns:a="http://schemas.openxmlformats.org/drawingml/2006/main">
              <a:ext uri="{FF2B5EF4-FFF2-40B4-BE49-F238E27FC236}">
                <a16:creationId xmlns:a16="http://schemas.microsoft.com/office/drawing/2014/main" id="{2BFCDAD2-ED24-4C7F-AEAE-FC385C57DF33}"/>
              </a:ext>
            </a:extLst>
          </p:cNvPr>
          <p:cNvSpPr>
            <a:spLocks xmlns:a="http://schemas.openxmlformats.org/drawingml/2006/main" noGrp="1"/>
          </p:cNvSpPr>
          <p:nvPr/>
        </p:nvSpPr>
        <p:spPr>
          <a:xfrm xmlns:a="http://schemas.openxmlformats.org/drawingml/2006/main">
            <a:off x="4000500" y="452437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B3A"/>
                </a:solidFill>
                <a:latin typeface="Bitstream Charter"/>
                <a:ea typeface="Bitstream Charter"/>
                <a:cs typeface="Bitstream Charter"/>
              </a:defRPr>
            </a:pPr>
            <a:r>
              <a:rPr sz="1575" b="0">
                <a:solidFill>
                  <a:srgbClr val="172B3A"/>
                </a:solidFill>
                <a:latin typeface="Bitstream Charter"/>
                <a:ea typeface="Bitstream Charter"/>
                <a:cs typeface="Bitstream Charter"/>
              </a:rPr>
              <a:t>Forces ecosystem evidence to justify a predetermined tool</a:t>
            </a:r>
          </a:p>
        </p:txBody>
      </p:sp>
      <p:sp>
        <p:nvSpPr>
          <p:cNvPr id="14" name="">
            <a:extLst xmlns:a="http://schemas.openxmlformats.org/drawingml/2006/main">
              <a:ext uri="{FF2B5EF4-FFF2-40B4-BE49-F238E27FC236}">
                <a16:creationId xmlns:a16="http://schemas.microsoft.com/office/drawing/2014/main" id="{14BF781E-8052-4C18-AD28-F39C3E9F2606}"/>
              </a:ext>
            </a:extLst>
          </p:cNvPr>
          <p:cNvSpPr>
            <a:spLocks xmlns:a="http://schemas.openxmlformats.org/drawingml/2006/main" noGrp="1"/>
          </p:cNvSpPr>
          <p:nvPr/>
        </p:nvSpPr>
        <p:spPr>
          <a:xfrm xmlns:a="http://schemas.openxmlformats.org/drawingml/2006/main">
            <a:off x="2333625" y="576262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1800" b="1">
                <a:solidFill>
                  <a:srgbClr val="12344D"/>
                </a:solidFill>
                <a:latin typeface="Bitstream Charter"/>
                <a:ea typeface="Bitstream Charter"/>
                <a:cs typeface="Bitstream Charter"/>
              </a:defRPr>
            </a:pPr>
            <a:r>
              <a:rPr sz="1800" b="1">
                <a:solidFill>
                  <a:srgbClr val="12344D"/>
                </a:solidFill>
                <a:latin typeface="Bitstream Charter"/>
                <a:ea typeface="Bitstream Charter"/>
                <a:cs typeface="Bitstream Charter"/>
              </a:rPr>
              <a:t>A credible diagnostic makes disagreement and uncertainty visible.</a:t>
            </a:r>
          </a:p>
        </p:txBody>
      </p:sp>
    </p:spTree>
    <p:extLst>
      <p:ext uri="{BB962C8B-B14F-4D97-AF65-F5344CB8AC3E}">
        <p14:creationId xmlns:p14="http://schemas.microsoft.com/office/powerpoint/2010/main" val="8941212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8CD06C0-4A54-4AFC-B46F-3ED2AF1A2DAC}"/>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3BD939C7-DD2F-4DA3-BE5A-3442620FA542}"/>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From diagnostic to action plan</a:t>
            </a:r>
          </a:p>
        </p:txBody>
      </p:sp>
      <p:sp>
        <p:nvSpPr>
          <p:cNvPr id="3" name="">
            <a:extLst xmlns:a="http://schemas.openxmlformats.org/drawingml/2006/main">
              <a:ext uri="{FF2B5EF4-FFF2-40B4-BE49-F238E27FC236}">
                <a16:creationId xmlns:a16="http://schemas.microsoft.com/office/drawing/2014/main" id="{5D3C5E8D-9ADC-4187-AE1E-28F14297C56B}"/>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EBAC60-31EC-4859-8477-CEACBA20AD66}"/>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D6F99101-B179-4B2E-8E06-1EB548834EA8}"/>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D9C69FA9-AD17-43C9-9CF0-F586A35805DB}"/>
              </a:ext>
            </a:extLst>
          </p:cNvPr>
          <p:cNvSpPr>
            <a:spLocks xmlns:a="http://schemas.openxmlformats.org/drawingml/2006/main" noGrp="1"/>
          </p:cNvSpPr>
          <p:nvPr/>
        </p:nvSpPr>
        <p:spPr>
          <a:xfrm xmlns:a="http://schemas.openxmlformats.org/drawingml/2006/main">
            <a:off x="666750" y="1666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F6E8C"/>
                </a:solidFill>
                <a:latin typeface="Bitstream Charter"/>
                <a:ea typeface="Bitstream Charter"/>
                <a:cs typeface="Bitstream Charter"/>
              </a:defRPr>
            </a:pPr>
            <a:r>
              <a:rPr sz="1725" b="1">
                <a:solidFill>
                  <a:srgbClr val="1F6E8C"/>
                </a:solidFill>
                <a:latin typeface="Bitstream Charter"/>
                <a:ea typeface="Bitstream Charter"/>
                <a:cs typeface="Bitstream Charter"/>
              </a:rPr>
              <a:t>0–90 days</a:t>
            </a:r>
          </a:p>
        </p:txBody>
      </p:sp>
      <p:sp>
        <p:nvSpPr>
          <p:cNvPr id="7" name="">
            <a:extLst xmlns:a="http://schemas.openxmlformats.org/drawingml/2006/main">
              <a:ext uri="{FF2B5EF4-FFF2-40B4-BE49-F238E27FC236}">
                <a16:creationId xmlns:a16="http://schemas.microsoft.com/office/drawing/2014/main" id="{647B7207-0A6C-4694-8483-591FA46ED304}"/>
              </a:ext>
            </a:extLst>
          </p:cNvPr>
          <p:cNvSpPr>
            <a:spLocks xmlns:a="http://schemas.openxmlformats.org/drawingml/2006/main" noGrp="1"/>
          </p:cNvSpPr>
          <p:nvPr/>
        </p:nvSpPr>
        <p:spPr>
          <a:xfrm xmlns:a="http://schemas.openxmlformats.org/drawingml/2006/main">
            <a:off x="666750" y="2238375"/>
            <a:ext cx="2381250" cy="2190750"/>
          </a:xfrm>
          <a:prstGeom xmlns:a="http://schemas.openxmlformats.org/drawingml/2006/main" prst="roundRect">
            <a:avLst>
              <a:gd name="adj" fmla="val 3478"/>
            </a:avLst>
          </a:prstGeom>
          <a:solidFill xmlns:a="http://schemas.openxmlformats.org/drawingml/2006/main">
            <a:srgbClr val="F3F7F9"/>
          </a:solidFill>
          <a:ln xmlns:a="http://schemas.openxmlformats.org/drawingml/2006/main" w="9525">
            <a:solidFill>
              <a:srgbClr val="BDD2DB"/>
            </a:solidFill>
          </a:ln>
        </p:spPr>
      </p:sp>
      <p:sp>
        <p:nvSpPr>
          <p:cNvPr id="8" name="">
            <a:extLst xmlns:a="http://schemas.openxmlformats.org/drawingml/2006/main">
              <a:ext uri="{FF2B5EF4-FFF2-40B4-BE49-F238E27FC236}">
                <a16:creationId xmlns:a16="http://schemas.microsoft.com/office/drawing/2014/main" id="{93A3E9C1-31B7-45A0-A5C3-53536E77E162}"/>
              </a:ext>
            </a:extLst>
          </p:cNvPr>
          <p:cNvSpPr>
            <a:spLocks xmlns:a="http://schemas.openxmlformats.org/drawingml/2006/main" noGrp="1"/>
          </p:cNvSpPr>
          <p:nvPr/>
        </p:nvSpPr>
        <p:spPr>
          <a:xfrm xmlns:a="http://schemas.openxmlformats.org/drawingml/2006/main">
            <a:off x="876300" y="2571750"/>
            <a:ext cx="1962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B3A"/>
                </a:solidFill>
                <a:latin typeface="Bitstream Charter"/>
                <a:ea typeface="Bitstream Charter"/>
                <a:cs typeface="Bitstream Charter"/>
              </a:defRPr>
            </a:pPr>
            <a:r>
              <a:rPr sz="1575" b="1">
                <a:solidFill>
                  <a:srgbClr val="172B3A"/>
                </a:solidFill>
                <a:latin typeface="Bitstream Charter"/>
                <a:ea typeface="Bitstream Charter"/>
                <a:cs typeface="Bitstream Charter"/>
              </a:rPr>
              <a:t>Confirm mandates and evidence gaps</a:t>
            </a:r>
          </a:p>
        </p:txBody>
      </p:sp>
      <p:sp>
        <p:nvSpPr>
          <p:cNvPr id="9" name="">
            <a:extLst xmlns:a="http://schemas.openxmlformats.org/drawingml/2006/main">
              <a:ext uri="{FF2B5EF4-FFF2-40B4-BE49-F238E27FC236}">
                <a16:creationId xmlns:a16="http://schemas.microsoft.com/office/drawing/2014/main" id="{3B3D2FEC-5F27-4521-8A55-DC9EB5EFCC6D}"/>
              </a:ext>
            </a:extLst>
          </p:cNvPr>
          <p:cNvSpPr>
            <a:spLocks xmlns:a="http://schemas.openxmlformats.org/drawingml/2006/main" noGrp="1"/>
          </p:cNvSpPr>
          <p:nvPr/>
        </p:nvSpPr>
        <p:spPr>
          <a:xfrm xmlns:a="http://schemas.openxmlformats.org/drawingml/2006/main">
            <a:off x="3524250" y="1666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2A9D8F"/>
                </a:solidFill>
                <a:latin typeface="Bitstream Charter"/>
                <a:ea typeface="Bitstream Charter"/>
                <a:cs typeface="Bitstream Charter"/>
              </a:defRPr>
            </a:pPr>
            <a:r>
              <a:rPr sz="1725" b="1">
                <a:solidFill>
                  <a:srgbClr val="2A9D8F"/>
                </a:solidFill>
                <a:latin typeface="Bitstream Charter"/>
                <a:ea typeface="Bitstream Charter"/>
                <a:cs typeface="Bitstream Charter"/>
              </a:rPr>
              <a:t>3–6 months</a:t>
            </a:r>
          </a:p>
        </p:txBody>
      </p:sp>
      <p:sp>
        <p:nvSpPr>
          <p:cNvPr id="10" name="">
            <a:extLst xmlns:a="http://schemas.openxmlformats.org/drawingml/2006/main">
              <a:ext uri="{FF2B5EF4-FFF2-40B4-BE49-F238E27FC236}">
                <a16:creationId xmlns:a16="http://schemas.microsoft.com/office/drawing/2014/main" id="{C319D04E-91F4-43EF-8983-A73DA534F37F}"/>
              </a:ext>
            </a:extLst>
          </p:cNvPr>
          <p:cNvSpPr>
            <a:spLocks xmlns:a="http://schemas.openxmlformats.org/drawingml/2006/main" noGrp="1"/>
          </p:cNvSpPr>
          <p:nvPr/>
        </p:nvSpPr>
        <p:spPr>
          <a:xfrm xmlns:a="http://schemas.openxmlformats.org/drawingml/2006/main">
            <a:off x="3524250" y="2238375"/>
            <a:ext cx="2381250" cy="2190750"/>
          </a:xfrm>
          <a:prstGeom xmlns:a="http://schemas.openxmlformats.org/drawingml/2006/main" prst="roundRect">
            <a:avLst>
              <a:gd name="adj" fmla="val 3478"/>
            </a:avLst>
          </a:prstGeom>
          <a:solidFill xmlns:a="http://schemas.openxmlformats.org/drawingml/2006/main">
            <a:srgbClr val="F3F7F9"/>
          </a:solidFill>
          <a:ln xmlns:a="http://schemas.openxmlformats.org/drawingml/2006/main" w="9525">
            <a:solidFill>
              <a:srgbClr val="BDD2DB"/>
            </a:solidFill>
          </a:ln>
        </p:spPr>
      </p:sp>
      <p:sp>
        <p:nvSpPr>
          <p:cNvPr id="11" name="">
            <a:extLst xmlns:a="http://schemas.openxmlformats.org/drawingml/2006/main">
              <a:ext uri="{FF2B5EF4-FFF2-40B4-BE49-F238E27FC236}">
                <a16:creationId xmlns:a16="http://schemas.microsoft.com/office/drawing/2014/main" id="{BDFF7295-2CDE-4398-BBA4-CBEA2931E68E}"/>
              </a:ext>
            </a:extLst>
          </p:cNvPr>
          <p:cNvSpPr>
            <a:spLocks xmlns:a="http://schemas.openxmlformats.org/drawingml/2006/main" noGrp="1"/>
          </p:cNvSpPr>
          <p:nvPr/>
        </p:nvSpPr>
        <p:spPr>
          <a:xfrm xmlns:a="http://schemas.openxmlformats.org/drawingml/2006/main">
            <a:off x="3733800" y="2571750"/>
            <a:ext cx="1962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B3A"/>
                </a:solidFill>
                <a:latin typeface="Bitstream Charter"/>
                <a:ea typeface="Bitstream Charter"/>
                <a:cs typeface="Bitstream Charter"/>
              </a:defRPr>
            </a:pPr>
            <a:r>
              <a:rPr sz="1575" b="1">
                <a:solidFill>
                  <a:srgbClr val="172B3A"/>
                </a:solidFill>
                <a:latin typeface="Bitstream Charter"/>
                <a:ea typeface="Bitstream Charter"/>
                <a:cs typeface="Bitstream Charter"/>
              </a:rPr>
              <a:t>Repair priority flows and quality controls</a:t>
            </a:r>
          </a:p>
        </p:txBody>
      </p:sp>
      <p:sp>
        <p:nvSpPr>
          <p:cNvPr id="12" name="">
            <a:extLst xmlns:a="http://schemas.openxmlformats.org/drawingml/2006/main">
              <a:ext uri="{FF2B5EF4-FFF2-40B4-BE49-F238E27FC236}">
                <a16:creationId xmlns:a16="http://schemas.microsoft.com/office/drawing/2014/main" id="{188FE0FD-4562-4F0E-95B7-648C877B2C41}"/>
              </a:ext>
            </a:extLst>
          </p:cNvPr>
          <p:cNvSpPr>
            <a:spLocks xmlns:a="http://schemas.openxmlformats.org/drawingml/2006/main" noGrp="1"/>
          </p:cNvSpPr>
          <p:nvPr/>
        </p:nvSpPr>
        <p:spPr>
          <a:xfrm xmlns:a="http://schemas.openxmlformats.org/drawingml/2006/main">
            <a:off x="6381750" y="1666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E9C46A"/>
                </a:solidFill>
                <a:latin typeface="Bitstream Charter"/>
                <a:ea typeface="Bitstream Charter"/>
                <a:cs typeface="Bitstream Charter"/>
              </a:defRPr>
            </a:pPr>
            <a:r>
              <a:rPr sz="1725" b="1">
                <a:solidFill>
                  <a:srgbClr val="E9C46A"/>
                </a:solidFill>
                <a:latin typeface="Bitstream Charter"/>
                <a:ea typeface="Bitstream Charter"/>
                <a:cs typeface="Bitstream Charter"/>
              </a:rPr>
              <a:t>6–12 months</a:t>
            </a:r>
          </a:p>
        </p:txBody>
      </p:sp>
      <p:sp>
        <p:nvSpPr>
          <p:cNvPr id="13" name="">
            <a:extLst xmlns:a="http://schemas.openxmlformats.org/drawingml/2006/main">
              <a:ext uri="{FF2B5EF4-FFF2-40B4-BE49-F238E27FC236}">
                <a16:creationId xmlns:a16="http://schemas.microsoft.com/office/drawing/2014/main" id="{1D320B66-A8CB-46EA-B3B7-8D882DC76E67}"/>
              </a:ext>
            </a:extLst>
          </p:cNvPr>
          <p:cNvSpPr>
            <a:spLocks xmlns:a="http://schemas.openxmlformats.org/drawingml/2006/main" noGrp="1"/>
          </p:cNvSpPr>
          <p:nvPr/>
        </p:nvSpPr>
        <p:spPr>
          <a:xfrm xmlns:a="http://schemas.openxmlformats.org/drawingml/2006/main">
            <a:off x="6381750" y="2238375"/>
            <a:ext cx="2381250" cy="2190750"/>
          </a:xfrm>
          <a:prstGeom xmlns:a="http://schemas.openxmlformats.org/drawingml/2006/main" prst="roundRect">
            <a:avLst>
              <a:gd name="adj" fmla="val 3478"/>
            </a:avLst>
          </a:prstGeom>
          <a:solidFill xmlns:a="http://schemas.openxmlformats.org/drawingml/2006/main">
            <a:srgbClr val="F3F7F9"/>
          </a:solidFill>
          <a:ln xmlns:a="http://schemas.openxmlformats.org/drawingml/2006/main" w="9525">
            <a:solidFill>
              <a:srgbClr val="BDD2DB"/>
            </a:solidFill>
          </a:ln>
        </p:spPr>
      </p:sp>
      <p:sp>
        <p:nvSpPr>
          <p:cNvPr id="14" name="">
            <a:extLst xmlns:a="http://schemas.openxmlformats.org/drawingml/2006/main">
              <a:ext uri="{FF2B5EF4-FFF2-40B4-BE49-F238E27FC236}">
                <a16:creationId xmlns:a16="http://schemas.microsoft.com/office/drawing/2014/main" id="{22E493D6-ADEC-4F41-9F5E-A34DDD3C17D5}"/>
              </a:ext>
            </a:extLst>
          </p:cNvPr>
          <p:cNvSpPr>
            <a:spLocks xmlns:a="http://schemas.openxmlformats.org/drawingml/2006/main" noGrp="1"/>
          </p:cNvSpPr>
          <p:nvPr/>
        </p:nvSpPr>
        <p:spPr>
          <a:xfrm xmlns:a="http://schemas.openxmlformats.org/drawingml/2006/main">
            <a:off x="6591300" y="2571750"/>
            <a:ext cx="1962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B3A"/>
                </a:solidFill>
                <a:latin typeface="Bitstream Charter"/>
                <a:ea typeface="Bitstream Charter"/>
                <a:cs typeface="Bitstream Charter"/>
              </a:defRPr>
            </a:pPr>
            <a:r>
              <a:rPr sz="1575" b="1">
                <a:solidFill>
                  <a:srgbClr val="172B3A"/>
                </a:solidFill>
                <a:latin typeface="Bitstream Charter"/>
                <a:ea typeface="Bitstream Charter"/>
                <a:cs typeface="Bitstream Charter"/>
              </a:rPr>
              <a:t>Run controlled pilots with assurance</a:t>
            </a:r>
          </a:p>
        </p:txBody>
      </p:sp>
      <p:sp>
        <p:nvSpPr>
          <p:cNvPr id="15" name="">
            <a:extLst xmlns:a="http://schemas.openxmlformats.org/drawingml/2006/main">
              <a:ext uri="{FF2B5EF4-FFF2-40B4-BE49-F238E27FC236}">
                <a16:creationId xmlns:a16="http://schemas.microsoft.com/office/drawing/2014/main" id="{020E4670-0AD8-4EED-8B30-FC649B57FF45}"/>
              </a:ext>
            </a:extLst>
          </p:cNvPr>
          <p:cNvSpPr>
            <a:spLocks xmlns:a="http://schemas.openxmlformats.org/drawingml/2006/main" noGrp="1"/>
          </p:cNvSpPr>
          <p:nvPr/>
        </p:nvSpPr>
        <p:spPr>
          <a:xfrm xmlns:a="http://schemas.openxmlformats.org/drawingml/2006/main">
            <a:off x="9239250" y="1666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E76F51"/>
                </a:solidFill>
                <a:latin typeface="Bitstream Charter"/>
                <a:ea typeface="Bitstream Charter"/>
                <a:cs typeface="Bitstream Charter"/>
              </a:defRPr>
            </a:pPr>
            <a:r>
              <a:rPr sz="1725" b="1">
                <a:solidFill>
                  <a:srgbClr val="E76F51"/>
                </a:solidFill>
                <a:latin typeface="Bitstream Charter"/>
                <a:ea typeface="Bitstream Charter"/>
                <a:cs typeface="Bitstream Charter"/>
              </a:rPr>
              <a:t>Ongoing</a:t>
            </a:r>
          </a:p>
        </p:txBody>
      </p:sp>
      <p:sp>
        <p:nvSpPr>
          <p:cNvPr id="16" name="">
            <a:extLst xmlns:a="http://schemas.openxmlformats.org/drawingml/2006/main">
              <a:ext uri="{FF2B5EF4-FFF2-40B4-BE49-F238E27FC236}">
                <a16:creationId xmlns:a16="http://schemas.microsoft.com/office/drawing/2014/main" id="{B3C1D8A3-8982-4A63-A60C-714830D484E4}"/>
              </a:ext>
            </a:extLst>
          </p:cNvPr>
          <p:cNvSpPr>
            <a:spLocks xmlns:a="http://schemas.openxmlformats.org/drawingml/2006/main" noGrp="1"/>
          </p:cNvSpPr>
          <p:nvPr/>
        </p:nvSpPr>
        <p:spPr>
          <a:xfrm xmlns:a="http://schemas.openxmlformats.org/drawingml/2006/main">
            <a:off x="9239250" y="2238375"/>
            <a:ext cx="2381250" cy="2190750"/>
          </a:xfrm>
          <a:prstGeom xmlns:a="http://schemas.openxmlformats.org/drawingml/2006/main" prst="roundRect">
            <a:avLst>
              <a:gd name="adj" fmla="val 3478"/>
            </a:avLst>
          </a:prstGeom>
          <a:solidFill xmlns:a="http://schemas.openxmlformats.org/drawingml/2006/main">
            <a:srgbClr val="F3F7F9"/>
          </a:solidFill>
          <a:ln xmlns:a="http://schemas.openxmlformats.org/drawingml/2006/main" w="9525">
            <a:solidFill>
              <a:srgbClr val="BDD2DB"/>
            </a:solidFill>
          </a:ln>
        </p:spPr>
      </p:sp>
      <p:sp>
        <p:nvSpPr>
          <p:cNvPr id="17" name="">
            <a:extLst xmlns:a="http://schemas.openxmlformats.org/drawingml/2006/main">
              <a:ext uri="{FF2B5EF4-FFF2-40B4-BE49-F238E27FC236}">
                <a16:creationId xmlns:a16="http://schemas.microsoft.com/office/drawing/2014/main" id="{E650D98D-F118-41D9-91AD-52B8B067BF72}"/>
              </a:ext>
            </a:extLst>
          </p:cNvPr>
          <p:cNvSpPr>
            <a:spLocks xmlns:a="http://schemas.openxmlformats.org/drawingml/2006/main" noGrp="1"/>
          </p:cNvSpPr>
          <p:nvPr/>
        </p:nvSpPr>
        <p:spPr>
          <a:xfrm xmlns:a="http://schemas.openxmlformats.org/drawingml/2006/main">
            <a:off x="9448800" y="2571750"/>
            <a:ext cx="1962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B3A"/>
                </a:solidFill>
                <a:latin typeface="Bitstream Charter"/>
                <a:ea typeface="Bitstream Charter"/>
                <a:cs typeface="Bitstream Charter"/>
              </a:defRPr>
            </a:pPr>
            <a:r>
              <a:rPr sz="1575" b="1">
                <a:solidFill>
                  <a:srgbClr val="172B3A"/>
                </a:solidFill>
                <a:latin typeface="Bitstream Charter"/>
                <a:ea typeface="Bitstream Charter"/>
                <a:cs typeface="Bitstream Charter"/>
              </a:rPr>
              <a:t>Review outcomes, risks and public value</a:t>
            </a:r>
          </a:p>
        </p:txBody>
      </p:sp>
      <p:sp>
        <p:nvSpPr>
          <p:cNvPr id="18" name="">
            <a:extLst xmlns:a="http://schemas.openxmlformats.org/drawingml/2006/main">
              <a:ext uri="{FF2B5EF4-FFF2-40B4-BE49-F238E27FC236}">
                <a16:creationId xmlns:a16="http://schemas.microsoft.com/office/drawing/2014/main" id="{413B97FC-6E4C-473F-A767-483844675ED7}"/>
              </a:ext>
            </a:extLst>
          </p:cNvPr>
          <p:cNvSpPr>
            <a:spLocks xmlns:a="http://schemas.openxmlformats.org/drawingml/2006/main" noGrp="1"/>
          </p:cNvSpPr>
          <p:nvPr/>
        </p:nvSpPr>
        <p:spPr>
          <a:xfrm xmlns:a="http://schemas.openxmlformats.org/drawingml/2006/main">
            <a:off x="1428750" y="5191125"/>
            <a:ext cx="933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2344D"/>
                </a:solidFill>
                <a:latin typeface="Bitstream Charter"/>
                <a:ea typeface="Bitstream Charter"/>
                <a:cs typeface="Bitstream Charter"/>
              </a:defRPr>
            </a:pPr>
            <a:r>
              <a:rPr sz="1800" b="1">
                <a:solidFill>
                  <a:srgbClr val="12344D"/>
                </a:solidFill>
                <a:latin typeface="Bitstream Charter"/>
                <a:ea typeface="Bitstream Charter"/>
                <a:cs typeface="Bitstream Charter"/>
              </a:rPr>
              <a:t>Assign an owner, evidence requirement, deadline and decision point to each action.</a:t>
            </a:r>
          </a:p>
        </p:txBody>
      </p:sp>
    </p:spTree>
    <p:extLst>
      <p:ext uri="{BB962C8B-B14F-4D97-AF65-F5344CB8AC3E}">
        <p14:creationId xmlns:p14="http://schemas.microsoft.com/office/powerpoint/2010/main" val="8874067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859905F-11FC-453F-ABE6-BFB12D814309}"/>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C0B174EE-C69E-41E5-AC13-12EC9523BC65}"/>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Assessment evidence</a:t>
            </a:r>
          </a:p>
        </p:txBody>
      </p:sp>
      <p:sp>
        <p:nvSpPr>
          <p:cNvPr id="3" name="">
            <a:extLst xmlns:a="http://schemas.openxmlformats.org/drawingml/2006/main">
              <a:ext uri="{FF2B5EF4-FFF2-40B4-BE49-F238E27FC236}">
                <a16:creationId xmlns:a16="http://schemas.microsoft.com/office/drawing/2014/main" id="{978A61A4-7402-460B-8DDB-9668E7AD49DF}"/>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77DDE0-2318-46C6-8EA2-DB0BEED76C1F}"/>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2807F0E1-E7F9-40A6-BFE4-50ECC84DFC82}"/>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62A9B960-33BF-46DB-A08B-6290260769A4}"/>
              </a:ext>
            </a:extLst>
          </p:cNvPr>
          <p:cNvSpPr>
            <a:spLocks xmlns:a="http://schemas.openxmlformats.org/drawingml/2006/main" noGrp="1"/>
          </p:cNvSpPr>
          <p:nvPr/>
        </p:nvSpPr>
        <p:spPr>
          <a:xfrm xmlns:a="http://schemas.openxmlformats.org/drawingml/2006/main">
            <a:off x="904875" y="1476375"/>
            <a:ext cx="10382250" cy="3143250"/>
          </a:xfrm>
          <a:prstGeom xmlns:a="http://schemas.openxmlformats.org/drawingml/2006/main" prst="roundRect">
            <a:avLst>
              <a:gd name="adj" fmla="val 2424"/>
            </a:avLst>
          </a:prstGeom>
          <a:solidFill xmlns:a="http://schemas.openxmlformats.org/drawingml/2006/main">
            <a:srgbClr val="F3F7F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C907138-01BD-421A-9A31-1003CA8FEC75}"/>
              </a:ext>
            </a:extLst>
          </p:cNvPr>
          <p:cNvSpPr>
            <a:spLocks xmlns:a="http://schemas.openxmlformats.org/drawingml/2006/main" noGrp="1"/>
          </p:cNvSpPr>
          <p:nvPr/>
        </p:nvSpPr>
        <p:spPr>
          <a:xfrm xmlns:a="http://schemas.openxmlformats.org/drawingml/2006/main">
            <a:off x="1428750" y="16954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2344D"/>
                </a:solidFill>
                <a:latin typeface="Bitstream Charter"/>
                <a:ea typeface="Bitstream Charter"/>
                <a:cs typeface="Bitstream Charter"/>
              </a:defRPr>
            </a:pPr>
            <a:r>
              <a:rPr sz="1950" b="1">
                <a:solidFill>
                  <a:srgbClr val="12344D"/>
                </a:solidFill>
                <a:latin typeface="Bitstream Charter"/>
                <a:ea typeface="Bitstream Charter"/>
                <a:cs typeface="Bitstream Charter"/>
              </a:rPr>
              <a:t>A defensible submission demonstrates</a:t>
            </a:r>
          </a:p>
        </p:txBody>
      </p:sp>
      <p:sp>
        <p:nvSpPr>
          <p:cNvPr id="8" name="">
            <a:extLst xmlns:a="http://schemas.openxmlformats.org/drawingml/2006/main">
              <a:ext uri="{FF2B5EF4-FFF2-40B4-BE49-F238E27FC236}">
                <a16:creationId xmlns:a16="http://schemas.microsoft.com/office/drawing/2014/main" id="{4ECD57DE-3A50-44D2-BDEE-F31F930E91D9}"/>
              </a:ext>
            </a:extLst>
          </p:cNvPr>
          <p:cNvSpPr>
            <a:spLocks xmlns:a="http://schemas.openxmlformats.org/drawingml/2006/main" noGrp="1"/>
          </p:cNvSpPr>
          <p:nvPr/>
        </p:nvSpPr>
        <p:spPr>
          <a:xfrm xmlns:a="http://schemas.openxmlformats.org/drawingml/2006/main">
            <a:off x="1762125" y="219075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a:t>
            </a:r>
          </a:p>
        </p:txBody>
      </p:sp>
      <p:sp>
        <p:nvSpPr>
          <p:cNvPr id="9" name="">
            <a:extLst xmlns:a="http://schemas.openxmlformats.org/drawingml/2006/main">
              <a:ext uri="{FF2B5EF4-FFF2-40B4-BE49-F238E27FC236}">
                <a16:creationId xmlns:a16="http://schemas.microsoft.com/office/drawing/2014/main" id="{93E98659-2616-4E2B-A556-3DCF8397D624}"/>
              </a:ext>
            </a:extLst>
          </p:cNvPr>
          <p:cNvSpPr>
            <a:spLocks xmlns:a="http://schemas.openxmlformats.org/drawingml/2006/main" noGrp="1"/>
          </p:cNvSpPr>
          <p:nvPr/>
        </p:nvSpPr>
        <p:spPr>
          <a:xfrm xmlns:a="http://schemas.openxmlformats.org/drawingml/2006/main">
            <a:off x="2333625" y="21907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A stated and justified boundary</a:t>
            </a:r>
          </a:p>
        </p:txBody>
      </p:sp>
      <p:sp>
        <p:nvSpPr>
          <p:cNvPr id="10" name="">
            <a:extLst xmlns:a="http://schemas.openxmlformats.org/drawingml/2006/main">
              <a:ext uri="{FF2B5EF4-FFF2-40B4-BE49-F238E27FC236}">
                <a16:creationId xmlns:a16="http://schemas.microsoft.com/office/drawing/2014/main" id="{375DC344-FB0D-4332-99EC-384B022A681A}"/>
              </a:ext>
            </a:extLst>
          </p:cNvPr>
          <p:cNvSpPr>
            <a:spLocks xmlns:a="http://schemas.openxmlformats.org/drawingml/2006/main" noGrp="1"/>
          </p:cNvSpPr>
          <p:nvPr/>
        </p:nvSpPr>
        <p:spPr>
          <a:xfrm xmlns:a="http://schemas.openxmlformats.org/drawingml/2006/main">
            <a:off x="1762125" y="2638425"/>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a:t>
            </a:r>
          </a:p>
        </p:txBody>
      </p:sp>
      <p:sp>
        <p:nvSpPr>
          <p:cNvPr id="11" name="">
            <a:extLst xmlns:a="http://schemas.openxmlformats.org/drawingml/2006/main">
              <a:ext uri="{FF2B5EF4-FFF2-40B4-BE49-F238E27FC236}">
                <a16:creationId xmlns:a16="http://schemas.microsoft.com/office/drawing/2014/main" id="{A9C430F6-6656-48B3-A5CB-78FF59434843}"/>
              </a:ext>
            </a:extLst>
          </p:cNvPr>
          <p:cNvSpPr>
            <a:spLocks xmlns:a="http://schemas.openxmlformats.org/drawingml/2006/main" noGrp="1"/>
          </p:cNvSpPr>
          <p:nvPr/>
        </p:nvSpPr>
        <p:spPr>
          <a:xfrm xmlns:a="http://schemas.openxmlformats.org/drawingml/2006/main">
            <a:off x="2333625" y="2638425"/>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Actors and authority supported by evidence</a:t>
            </a:r>
          </a:p>
        </p:txBody>
      </p:sp>
      <p:sp>
        <p:nvSpPr>
          <p:cNvPr id="12" name="">
            <a:extLst xmlns:a="http://schemas.openxmlformats.org/drawingml/2006/main">
              <a:ext uri="{FF2B5EF4-FFF2-40B4-BE49-F238E27FC236}">
                <a16:creationId xmlns:a16="http://schemas.microsoft.com/office/drawing/2014/main" id="{2C7D290F-303F-41A5-8011-872E4181145B}"/>
              </a:ext>
            </a:extLst>
          </p:cNvPr>
          <p:cNvSpPr>
            <a:spLocks xmlns:a="http://schemas.openxmlformats.org/drawingml/2006/main" noGrp="1"/>
          </p:cNvSpPr>
          <p:nvPr/>
        </p:nvSpPr>
        <p:spPr>
          <a:xfrm xmlns:a="http://schemas.openxmlformats.org/drawingml/2006/main">
            <a:off x="1762125" y="308610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5C28F47E-3CAB-4E94-A91D-ABEEC35255C9}"/>
              </a:ext>
            </a:extLst>
          </p:cNvPr>
          <p:cNvSpPr>
            <a:spLocks xmlns:a="http://schemas.openxmlformats.org/drawingml/2006/main" noGrp="1"/>
          </p:cNvSpPr>
          <p:nvPr/>
        </p:nvSpPr>
        <p:spPr>
          <a:xfrm xmlns:a="http://schemas.openxmlformats.org/drawingml/2006/main">
            <a:off x="2333625" y="308610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A traceable critical information flow</a:t>
            </a:r>
          </a:p>
        </p:txBody>
      </p:sp>
      <p:sp>
        <p:nvSpPr>
          <p:cNvPr id="14" name="">
            <a:extLst xmlns:a="http://schemas.openxmlformats.org/drawingml/2006/main">
              <a:ext uri="{FF2B5EF4-FFF2-40B4-BE49-F238E27FC236}">
                <a16:creationId xmlns:a16="http://schemas.microsoft.com/office/drawing/2014/main" id="{BBAEC259-AB9D-4EF4-88C7-2CDA1CEC0E31}"/>
              </a:ext>
            </a:extLst>
          </p:cNvPr>
          <p:cNvSpPr>
            <a:spLocks xmlns:a="http://schemas.openxmlformats.org/drawingml/2006/main" noGrp="1"/>
          </p:cNvSpPr>
          <p:nvPr/>
        </p:nvSpPr>
        <p:spPr>
          <a:xfrm xmlns:a="http://schemas.openxmlformats.org/drawingml/2006/main">
            <a:off x="1762125" y="3533775"/>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a:t>
            </a:r>
          </a:p>
        </p:txBody>
      </p:sp>
      <p:sp>
        <p:nvSpPr>
          <p:cNvPr id="15" name="">
            <a:extLst xmlns:a="http://schemas.openxmlformats.org/drawingml/2006/main">
              <a:ext uri="{FF2B5EF4-FFF2-40B4-BE49-F238E27FC236}">
                <a16:creationId xmlns:a16="http://schemas.microsoft.com/office/drawing/2014/main" id="{64E0DC1D-BB29-4D50-989D-E1EFE240B338}"/>
              </a:ext>
            </a:extLst>
          </p:cNvPr>
          <p:cNvSpPr>
            <a:spLocks xmlns:a="http://schemas.openxmlformats.org/drawingml/2006/main" noGrp="1"/>
          </p:cNvSpPr>
          <p:nvPr/>
        </p:nvSpPr>
        <p:spPr>
          <a:xfrm xmlns:a="http://schemas.openxmlformats.org/drawingml/2006/main">
            <a:off x="2333625" y="3533775"/>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A realistic AI screening decision</a:t>
            </a:r>
          </a:p>
        </p:txBody>
      </p:sp>
      <p:sp>
        <p:nvSpPr>
          <p:cNvPr id="16" name="">
            <a:extLst xmlns:a="http://schemas.openxmlformats.org/drawingml/2006/main">
              <a:ext uri="{FF2B5EF4-FFF2-40B4-BE49-F238E27FC236}">
                <a16:creationId xmlns:a16="http://schemas.microsoft.com/office/drawing/2014/main" id="{CF1AA47A-F7C2-4CE1-870E-6ADF82E5B558}"/>
              </a:ext>
            </a:extLst>
          </p:cNvPr>
          <p:cNvSpPr>
            <a:spLocks xmlns:a="http://schemas.openxmlformats.org/drawingml/2006/main" noGrp="1"/>
          </p:cNvSpPr>
          <p:nvPr/>
        </p:nvSpPr>
        <p:spPr>
          <a:xfrm xmlns:a="http://schemas.openxmlformats.org/drawingml/2006/main">
            <a:off x="1762125" y="398145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AFAB5E4F-AB27-4458-A909-F253257D21B7}"/>
              </a:ext>
            </a:extLst>
          </p:cNvPr>
          <p:cNvSpPr>
            <a:spLocks xmlns:a="http://schemas.openxmlformats.org/drawingml/2006/main" noGrp="1"/>
          </p:cNvSpPr>
          <p:nvPr/>
        </p:nvSpPr>
        <p:spPr>
          <a:xfrm xmlns:a="http://schemas.openxmlformats.org/drawingml/2006/main">
            <a:off x="2333625" y="39814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Clear treatment of uncertainty and safeguards</a:t>
            </a:r>
          </a:p>
        </p:txBody>
      </p:sp>
      <p:sp>
        <p:nvSpPr>
          <p:cNvPr id="18" name="">
            <a:extLst xmlns:a="http://schemas.openxmlformats.org/drawingml/2006/main">
              <a:ext uri="{FF2B5EF4-FFF2-40B4-BE49-F238E27FC236}">
                <a16:creationId xmlns:a16="http://schemas.microsoft.com/office/drawing/2014/main" id="{A7821605-14FA-44AC-AFD0-E35AE9A86A93}"/>
              </a:ext>
            </a:extLst>
          </p:cNvPr>
          <p:cNvSpPr>
            <a:spLocks xmlns:a="http://schemas.openxmlformats.org/drawingml/2006/main" noGrp="1"/>
          </p:cNvSpPr>
          <p:nvPr/>
        </p:nvSpPr>
        <p:spPr>
          <a:xfrm xmlns:a="http://schemas.openxmlformats.org/drawingml/2006/main">
            <a:off x="2000250" y="4714875"/>
            <a:ext cx="819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E76F51"/>
                </a:solidFill>
                <a:latin typeface="Bitstream Charter"/>
                <a:ea typeface="Bitstream Charter"/>
                <a:cs typeface="Bitstream Charter"/>
              </a:defRPr>
            </a:pPr>
            <a:r>
              <a:rPr sz="1500" b="1">
                <a:solidFill>
                  <a:srgbClr val="E76F51"/>
                </a:solidFill>
                <a:latin typeface="Bitstream Charter"/>
                <a:ea typeface="Bitstream Charter"/>
                <a:cs typeface="Bitstream Charter"/>
              </a:rPr>
              <a:t>The assessment rewards reasoning and evidence, not optimism about AI.</a:t>
            </a:r>
          </a:p>
        </p:txBody>
      </p:sp>
    </p:spTree>
    <p:extLst>
      <p:ext uri="{BB962C8B-B14F-4D97-AF65-F5344CB8AC3E}">
        <p14:creationId xmlns:p14="http://schemas.microsoft.com/office/powerpoint/2010/main" val="365750568"/>
      </p:ext>
    </p:extLst>
  </p:cSld>
</p:sld>
</file>

<file path=ppt/slides/slide16.xml><?xml version="1.0" encoding="utf-8"?>
<p:sld xmlns:p="http://schemas.openxmlformats.org/presentationml/2006/main">
  <p:cSld>
    <p:bg>
      <p:bgPr>
        <a:solidFill xmlns:a="http://schemas.openxmlformats.org/drawingml/2006/main">
          <a:srgbClr val="12344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26c6ed7e96b4b79"/>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0A2B4C-A9CC-4C2B-BACC-FB10C2BC65FF}"/>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44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E95C70-B464-4BFB-B927-CB7F1F8C6E1E}"/>
              </a:ext>
            </a:extLst>
          </p:cNvPr>
          <p:cNvSpPr>
            <a:spLocks xmlns:a="http://schemas.openxmlformats.org/drawingml/2006/main" noGrp="1"/>
          </p:cNvSpPr>
          <p:nvPr/>
        </p:nvSpPr>
        <p:spPr>
          <a:xfrm xmlns:a="http://schemas.openxmlformats.org/drawingml/2006/main">
            <a:off x="609600" y="5238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9C46A"/>
                </a:solidFill>
                <a:latin typeface="Bitstream Charter"/>
                <a:ea typeface="Bitstream Charter"/>
                <a:cs typeface="Bitstream Charter"/>
              </a:defRPr>
            </a:pPr>
            <a:r>
              <a:rPr sz="1050" b="1">
                <a:solidFill>
                  <a:srgbClr val="E9C46A"/>
                </a:solidFill>
                <a:latin typeface="Bitstream Charter"/>
                <a:ea typeface="Bitstream Charter"/>
                <a:cs typeface="Bitstream Charter"/>
              </a:rPr>
              <a:t>APPLIED DIAGNOSTIC EVIDENCE</a:t>
            </a:r>
          </a:p>
        </p:txBody>
      </p:sp>
      <p:sp>
        <p:nvSpPr>
          <p:cNvPr id="4" name="">
            <a:extLst xmlns:a="http://schemas.openxmlformats.org/drawingml/2006/main">
              <a:ext uri="{FF2B5EF4-FFF2-40B4-BE49-F238E27FC236}">
                <a16:creationId xmlns:a16="http://schemas.microsoft.com/office/drawing/2014/main" id="{8100B98D-E48C-4640-A87C-AB27B001EFBA}"/>
              </a:ext>
            </a:extLst>
          </p:cNvPr>
          <p:cNvSpPr>
            <a:spLocks xmlns:a="http://schemas.openxmlformats.org/drawingml/2006/main" noGrp="1"/>
          </p:cNvSpPr>
          <p:nvPr/>
        </p:nvSpPr>
        <p:spPr>
          <a:xfrm xmlns:a="http://schemas.openxmlformats.org/drawingml/2006/main">
            <a:off x="609600" y="1381125"/>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84"/>
          </a:bodyPr>
          <a:lstStyle xmlns:a="http://schemas.openxmlformats.org/drawingml/2006/main"/>
          <a:p xmlns:a="http://schemas.openxmlformats.org/drawingml/2006/main">
            <a:pPr algn="l">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One method across</a:t>
            </a:r>
          </a:p>
          <a:p xmlns:a="http://schemas.openxmlformats.org/drawingml/2006/main">
            <a:pPr algn="l">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multiple public decisions</a:t>
            </a:r>
          </a:p>
        </p:txBody>
      </p:sp>
      <p:sp>
        <p:nvSpPr>
          <p:cNvPr id="5" name="">
            <a:extLst xmlns:a="http://schemas.openxmlformats.org/drawingml/2006/main">
              <a:ext uri="{FF2B5EF4-FFF2-40B4-BE49-F238E27FC236}">
                <a16:creationId xmlns:a16="http://schemas.microsoft.com/office/drawing/2014/main" id="{26B06625-C3C0-4DF0-9E2D-707E1D2C4D2F}"/>
              </a:ext>
            </a:extLst>
          </p:cNvPr>
          <p:cNvSpPr>
            <a:spLocks xmlns:a="http://schemas.openxmlformats.org/drawingml/2006/main" noGrp="1"/>
          </p:cNvSpPr>
          <p:nvPr/>
        </p:nvSpPr>
        <p:spPr>
          <a:xfrm xmlns:a="http://schemas.openxmlformats.org/drawingml/2006/main">
            <a:off x="647700" y="3095625"/>
            <a:ext cx="4333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Bitstream Charter"/>
                <a:ea typeface="Bitstream Charter"/>
                <a:cs typeface="Bitstream Charter"/>
              </a:defRPr>
            </a:pPr>
            <a:r>
              <a:rPr sz="1650" b="0">
                <a:solidFill>
                  <a:srgbClr val="FFFFFF"/>
                </a:solidFill>
                <a:latin typeface="Bitstream Charter"/>
                <a:ea typeface="Bitstream Charter"/>
                <a:cs typeface="Bitstream Charter"/>
              </a:rPr>
              <a:t>Agriculture, education, health and habitat depend on different evidence, but each requires explicit authority, quality and safeguards.</a:t>
            </a:r>
          </a:p>
        </p:txBody>
      </p:sp>
      <p:sp>
        <p:nvSpPr>
          <p:cNvPr id="6" name="">
            <a:extLst xmlns:a="http://schemas.openxmlformats.org/drawingml/2006/main">
              <a:ext uri="{FF2B5EF4-FFF2-40B4-BE49-F238E27FC236}">
                <a16:creationId xmlns:a16="http://schemas.microsoft.com/office/drawing/2014/main" id="{1DF46F6E-F2E7-4917-9788-5B3C3775BC59}"/>
              </a:ext>
            </a:extLst>
          </p:cNvPr>
          <p:cNvSpPr>
            <a:spLocks xmlns:a="http://schemas.openxmlformats.org/drawingml/2006/main" noGrp="1"/>
          </p:cNvSpPr>
          <p:nvPr/>
        </p:nvSpPr>
        <p:spPr>
          <a:xfrm xmlns:a="http://schemas.openxmlformats.org/drawingml/2006/main">
            <a:off x="647700" y="53816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E9C46A"/>
                </a:solidFill>
                <a:latin typeface="Bitstream Charter"/>
                <a:ea typeface="Bitstream Charter"/>
                <a:cs typeface="Bitstream Charter"/>
              </a:defRPr>
            </a:pPr>
            <a:r>
              <a:rPr sz="1500" b="1">
                <a:solidFill>
                  <a:srgbClr val="E9C46A"/>
                </a:solidFill>
                <a:latin typeface="Bitstream Charter"/>
                <a:ea typeface="Bitstream Charter"/>
                <a:cs typeface="Bitstream Charter"/>
              </a:rPr>
              <a:t>The next section examines the Kintaba evidence package.</a:t>
            </a:r>
          </a:p>
        </p:txBody>
      </p:sp>
    </p:spTree>
    <p:extLst>
      <p:ext uri="{BB962C8B-B14F-4D97-AF65-F5344CB8AC3E}">
        <p14:creationId xmlns:p14="http://schemas.microsoft.com/office/powerpoint/2010/main" val="2764055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7AD7B56-1B56-43E1-8243-03141683ABE7}"/>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EF5200B7-9108-4E72-8786-5E8A3703A83C}"/>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Kintaba evidence package</a:t>
            </a:r>
          </a:p>
        </p:txBody>
      </p:sp>
      <p:sp>
        <p:nvSpPr>
          <p:cNvPr id="3" name="">
            <a:extLst xmlns:a="http://schemas.openxmlformats.org/drawingml/2006/main">
              <a:ext uri="{FF2B5EF4-FFF2-40B4-BE49-F238E27FC236}">
                <a16:creationId xmlns:a16="http://schemas.microsoft.com/office/drawing/2014/main" id="{9B9CDF41-0D5C-4A06-ABDE-CDC4C8F0E577}"/>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5A1B3E-C405-4A0B-B35E-4E3DFF2EA3EE}"/>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EEC9875E-4765-47B6-AFD8-F89B37A2A69F}"/>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92DCCD1B-142A-45A2-85CB-FA70ABC8C974}"/>
              </a:ext>
            </a:extLst>
          </p:cNvPr>
          <p:cNvSpPr>
            <a:spLocks xmlns:a="http://schemas.openxmlformats.org/drawingml/2006/main" noGrp="1"/>
          </p:cNvSpPr>
          <p:nvPr/>
        </p:nvSpPr>
        <p:spPr>
          <a:xfrm xmlns:a="http://schemas.openxmlformats.org/drawingml/2006/main">
            <a:off x="809625" y="152400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1F6E8C"/>
                </a:solidFill>
                <a:latin typeface="Bitstream Charter"/>
                <a:ea typeface="Bitstream Charter"/>
                <a:cs typeface="Bitstream Charter"/>
              </a:defRPr>
            </a:pPr>
            <a:r>
              <a:rPr sz="3150" b="1">
                <a:solidFill>
                  <a:srgbClr val="1F6E8C"/>
                </a:solidFill>
                <a:latin typeface="Bitstream Charter"/>
                <a:ea typeface="Bitstream Charter"/>
                <a:cs typeface="Bitstream Charter"/>
              </a:rPr>
              <a:t>12</a:t>
            </a:r>
          </a:p>
        </p:txBody>
      </p:sp>
      <p:sp>
        <p:nvSpPr>
          <p:cNvPr id="7" name="">
            <a:extLst xmlns:a="http://schemas.openxmlformats.org/drawingml/2006/main">
              <a:ext uri="{FF2B5EF4-FFF2-40B4-BE49-F238E27FC236}">
                <a16:creationId xmlns:a16="http://schemas.microsoft.com/office/drawing/2014/main" id="{92D9C332-CA48-456B-A7F3-2B21D7125841}"/>
              </a:ext>
            </a:extLst>
          </p:cNvPr>
          <p:cNvSpPr>
            <a:spLocks xmlns:a="http://schemas.openxmlformats.org/drawingml/2006/main" noGrp="1"/>
          </p:cNvSpPr>
          <p:nvPr/>
        </p:nvSpPr>
        <p:spPr>
          <a:xfrm xmlns:a="http://schemas.openxmlformats.org/drawingml/2006/main">
            <a:off x="1905000" y="161925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actors</a:t>
            </a:r>
          </a:p>
        </p:txBody>
      </p:sp>
      <p:sp>
        <p:nvSpPr>
          <p:cNvPr id="8" name="">
            <a:extLst xmlns:a="http://schemas.openxmlformats.org/drawingml/2006/main">
              <a:ext uri="{FF2B5EF4-FFF2-40B4-BE49-F238E27FC236}">
                <a16:creationId xmlns:a16="http://schemas.microsoft.com/office/drawing/2014/main" id="{8CBA7D00-0E6C-4D85-A0A7-13C2C30F132C}"/>
              </a:ext>
            </a:extLst>
          </p:cNvPr>
          <p:cNvSpPr>
            <a:spLocks xmlns:a="http://schemas.openxmlformats.org/drawingml/2006/main" noGrp="1"/>
          </p:cNvSpPr>
          <p:nvPr/>
        </p:nvSpPr>
        <p:spPr>
          <a:xfrm xmlns:a="http://schemas.openxmlformats.org/drawingml/2006/main">
            <a:off x="4524375" y="152400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2A9D8F"/>
                </a:solidFill>
                <a:latin typeface="Bitstream Charter"/>
                <a:ea typeface="Bitstream Charter"/>
                <a:cs typeface="Bitstream Charter"/>
              </a:defRPr>
            </a:pPr>
            <a:r>
              <a:rPr sz="3150" b="1">
                <a:solidFill>
                  <a:srgbClr val="2A9D8F"/>
                </a:solidFill>
                <a:latin typeface="Bitstream Charter"/>
                <a:ea typeface="Bitstream Charter"/>
                <a:cs typeface="Bitstream Charter"/>
              </a:rPr>
              <a:t>10</a:t>
            </a:r>
          </a:p>
        </p:txBody>
      </p:sp>
      <p:sp>
        <p:nvSpPr>
          <p:cNvPr id="9" name="">
            <a:extLst xmlns:a="http://schemas.openxmlformats.org/drawingml/2006/main">
              <a:ext uri="{FF2B5EF4-FFF2-40B4-BE49-F238E27FC236}">
                <a16:creationId xmlns:a16="http://schemas.microsoft.com/office/drawing/2014/main" id="{ABFCFB1F-E6F8-4A89-ADED-8774B3D33DE1}"/>
              </a:ext>
            </a:extLst>
          </p:cNvPr>
          <p:cNvSpPr>
            <a:spLocks xmlns:a="http://schemas.openxmlformats.org/drawingml/2006/main" noGrp="1"/>
          </p:cNvSpPr>
          <p:nvPr/>
        </p:nvSpPr>
        <p:spPr>
          <a:xfrm xmlns:a="http://schemas.openxmlformats.org/drawingml/2006/main">
            <a:off x="5619750" y="161925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assets</a:t>
            </a:r>
          </a:p>
        </p:txBody>
      </p:sp>
      <p:sp>
        <p:nvSpPr>
          <p:cNvPr id="10" name="">
            <a:extLst xmlns:a="http://schemas.openxmlformats.org/drawingml/2006/main">
              <a:ext uri="{FF2B5EF4-FFF2-40B4-BE49-F238E27FC236}">
                <a16:creationId xmlns:a16="http://schemas.microsoft.com/office/drawing/2014/main" id="{1688ACF7-0B40-4C2D-ACCC-EBDF1034D929}"/>
              </a:ext>
            </a:extLst>
          </p:cNvPr>
          <p:cNvSpPr>
            <a:spLocks xmlns:a="http://schemas.openxmlformats.org/drawingml/2006/main" noGrp="1"/>
          </p:cNvSpPr>
          <p:nvPr/>
        </p:nvSpPr>
        <p:spPr>
          <a:xfrm xmlns:a="http://schemas.openxmlformats.org/drawingml/2006/main">
            <a:off x="8239125" y="152400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E9C46A"/>
                </a:solidFill>
                <a:latin typeface="Bitstream Charter"/>
                <a:ea typeface="Bitstream Charter"/>
                <a:cs typeface="Bitstream Charter"/>
              </a:defRPr>
            </a:pPr>
            <a:r>
              <a:rPr sz="3150" b="1">
                <a:solidFill>
                  <a:srgbClr val="E9C46A"/>
                </a:solidFill>
                <a:latin typeface="Bitstream Charter"/>
                <a:ea typeface="Bitstream Charter"/>
                <a:cs typeface="Bitstream Charter"/>
              </a:rPr>
              <a:t>8</a:t>
            </a:r>
          </a:p>
        </p:txBody>
      </p:sp>
      <p:sp>
        <p:nvSpPr>
          <p:cNvPr id="11" name="">
            <a:extLst xmlns:a="http://schemas.openxmlformats.org/drawingml/2006/main">
              <a:ext uri="{FF2B5EF4-FFF2-40B4-BE49-F238E27FC236}">
                <a16:creationId xmlns:a16="http://schemas.microsoft.com/office/drawing/2014/main" id="{CCDE84A6-FDF1-4157-AFCC-CCC9EEB40CF1}"/>
              </a:ext>
            </a:extLst>
          </p:cNvPr>
          <p:cNvSpPr>
            <a:spLocks xmlns:a="http://schemas.openxmlformats.org/drawingml/2006/main" noGrp="1"/>
          </p:cNvSpPr>
          <p:nvPr/>
        </p:nvSpPr>
        <p:spPr>
          <a:xfrm xmlns:a="http://schemas.openxmlformats.org/drawingml/2006/main">
            <a:off x="9334500" y="161925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flows</a:t>
            </a:r>
          </a:p>
        </p:txBody>
      </p:sp>
      <p:sp>
        <p:nvSpPr>
          <p:cNvPr id="12" name="">
            <a:extLst xmlns:a="http://schemas.openxmlformats.org/drawingml/2006/main">
              <a:ext uri="{FF2B5EF4-FFF2-40B4-BE49-F238E27FC236}">
                <a16:creationId xmlns:a16="http://schemas.microsoft.com/office/drawing/2014/main" id="{C48A5EB4-8BE9-4D02-81D8-C24E5EF7DCB7}"/>
              </a:ext>
            </a:extLst>
          </p:cNvPr>
          <p:cNvSpPr>
            <a:spLocks xmlns:a="http://schemas.openxmlformats.org/drawingml/2006/main" noGrp="1"/>
          </p:cNvSpPr>
          <p:nvPr/>
        </p:nvSpPr>
        <p:spPr>
          <a:xfrm xmlns:a="http://schemas.openxmlformats.org/drawingml/2006/main">
            <a:off x="809625" y="3286125"/>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1F6E8C"/>
                </a:solidFill>
                <a:latin typeface="Bitstream Charter"/>
                <a:ea typeface="Bitstream Charter"/>
                <a:cs typeface="Bitstream Charter"/>
              </a:defRPr>
            </a:pPr>
            <a:r>
              <a:rPr sz="3150" b="1">
                <a:solidFill>
                  <a:srgbClr val="1F6E8C"/>
                </a:solidFill>
                <a:latin typeface="Bitstream Charter"/>
                <a:ea typeface="Bitstream Charter"/>
                <a:cs typeface="Bitstream Charter"/>
              </a:rPr>
              <a:t>8</a:t>
            </a:r>
          </a:p>
        </p:txBody>
      </p:sp>
      <p:sp>
        <p:nvSpPr>
          <p:cNvPr id="13" name="">
            <a:extLst xmlns:a="http://schemas.openxmlformats.org/drawingml/2006/main">
              <a:ext uri="{FF2B5EF4-FFF2-40B4-BE49-F238E27FC236}">
                <a16:creationId xmlns:a16="http://schemas.microsoft.com/office/drawing/2014/main" id="{6E44D366-7C25-4AA6-84BF-F0578BF03E9D}"/>
              </a:ext>
            </a:extLst>
          </p:cNvPr>
          <p:cNvSpPr>
            <a:spLocks xmlns:a="http://schemas.openxmlformats.org/drawingml/2006/main" noGrp="1"/>
          </p:cNvSpPr>
          <p:nvPr/>
        </p:nvSpPr>
        <p:spPr>
          <a:xfrm xmlns:a="http://schemas.openxmlformats.org/drawingml/2006/main">
            <a:off x="1905000" y="3381375"/>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evidence records</a:t>
            </a:r>
          </a:p>
        </p:txBody>
      </p:sp>
      <p:sp>
        <p:nvSpPr>
          <p:cNvPr id="14" name="">
            <a:extLst xmlns:a="http://schemas.openxmlformats.org/drawingml/2006/main">
              <a:ext uri="{FF2B5EF4-FFF2-40B4-BE49-F238E27FC236}">
                <a16:creationId xmlns:a16="http://schemas.microsoft.com/office/drawing/2014/main" id="{95A44A33-09EE-41F4-9FD4-8D74DC21D697}"/>
              </a:ext>
            </a:extLst>
          </p:cNvPr>
          <p:cNvSpPr>
            <a:spLocks xmlns:a="http://schemas.openxmlformats.org/drawingml/2006/main" noGrp="1"/>
          </p:cNvSpPr>
          <p:nvPr/>
        </p:nvSpPr>
        <p:spPr>
          <a:xfrm xmlns:a="http://schemas.openxmlformats.org/drawingml/2006/main">
            <a:off x="4524375" y="3286125"/>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2A9D8F"/>
                </a:solidFill>
                <a:latin typeface="Bitstream Charter"/>
                <a:ea typeface="Bitstream Charter"/>
                <a:cs typeface="Bitstream Charter"/>
              </a:defRPr>
            </a:pPr>
            <a:r>
              <a:rPr sz="3150" b="1">
                <a:solidFill>
                  <a:srgbClr val="2A9D8F"/>
                </a:solidFill>
                <a:latin typeface="Bitstream Charter"/>
                <a:ea typeface="Bitstream Charter"/>
                <a:cs typeface="Bitstream Charter"/>
              </a:rPr>
              <a:t>6</a:t>
            </a:r>
          </a:p>
        </p:txBody>
      </p:sp>
      <p:sp>
        <p:nvSpPr>
          <p:cNvPr id="15" name="">
            <a:extLst xmlns:a="http://schemas.openxmlformats.org/drawingml/2006/main">
              <a:ext uri="{FF2B5EF4-FFF2-40B4-BE49-F238E27FC236}">
                <a16:creationId xmlns:a16="http://schemas.microsoft.com/office/drawing/2014/main" id="{E5E0686D-773F-41C7-92D1-E6E800222D3B}"/>
              </a:ext>
            </a:extLst>
          </p:cNvPr>
          <p:cNvSpPr>
            <a:spLocks xmlns:a="http://schemas.openxmlformats.org/drawingml/2006/main" noGrp="1"/>
          </p:cNvSpPr>
          <p:nvPr/>
        </p:nvSpPr>
        <p:spPr>
          <a:xfrm xmlns:a="http://schemas.openxmlformats.org/drawingml/2006/main">
            <a:off x="5619750" y="3381375"/>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material risks</a:t>
            </a:r>
          </a:p>
        </p:txBody>
      </p:sp>
      <p:sp>
        <p:nvSpPr>
          <p:cNvPr id="16" name="">
            <a:extLst xmlns:a="http://schemas.openxmlformats.org/drawingml/2006/main">
              <a:ext uri="{FF2B5EF4-FFF2-40B4-BE49-F238E27FC236}">
                <a16:creationId xmlns:a16="http://schemas.microsoft.com/office/drawing/2014/main" id="{2A2792C2-A04B-48F9-926A-F4F9BCDD3F5B}"/>
              </a:ext>
            </a:extLst>
          </p:cNvPr>
          <p:cNvSpPr>
            <a:spLocks xmlns:a="http://schemas.openxmlformats.org/drawingml/2006/main" noGrp="1"/>
          </p:cNvSpPr>
          <p:nvPr/>
        </p:nvSpPr>
        <p:spPr>
          <a:xfrm xmlns:a="http://schemas.openxmlformats.org/drawingml/2006/main">
            <a:off x="8239125" y="3286125"/>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E9C46A"/>
                </a:solidFill>
                <a:latin typeface="Bitstream Charter"/>
                <a:ea typeface="Bitstream Charter"/>
                <a:cs typeface="Bitstream Charter"/>
              </a:defRPr>
            </a:pPr>
            <a:r>
              <a:rPr sz="3150" b="1">
                <a:solidFill>
                  <a:srgbClr val="E9C46A"/>
                </a:solidFill>
                <a:latin typeface="Bitstream Charter"/>
                <a:ea typeface="Bitstream Charter"/>
                <a:cs typeface="Bitstream Charter"/>
              </a:rPr>
              <a:t>5</a:t>
            </a:r>
          </a:p>
        </p:txBody>
      </p:sp>
      <p:sp>
        <p:nvSpPr>
          <p:cNvPr id="17" name="">
            <a:extLst xmlns:a="http://schemas.openxmlformats.org/drawingml/2006/main">
              <a:ext uri="{FF2B5EF4-FFF2-40B4-BE49-F238E27FC236}">
                <a16:creationId xmlns:a16="http://schemas.microsoft.com/office/drawing/2014/main" id="{B3808FF1-E329-4A25-A99B-BE6262709CFD}"/>
              </a:ext>
            </a:extLst>
          </p:cNvPr>
          <p:cNvSpPr>
            <a:spLocks xmlns:a="http://schemas.openxmlformats.org/drawingml/2006/main" noGrp="1"/>
          </p:cNvSpPr>
          <p:nvPr/>
        </p:nvSpPr>
        <p:spPr>
          <a:xfrm xmlns:a="http://schemas.openxmlformats.org/drawingml/2006/main">
            <a:off x="9334500" y="3381375"/>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AI opportunities</a:t>
            </a:r>
          </a:p>
        </p:txBody>
      </p:sp>
      <p:sp>
        <p:nvSpPr>
          <p:cNvPr id="18" name="">
            <a:extLst xmlns:a="http://schemas.openxmlformats.org/drawingml/2006/main">
              <a:ext uri="{FF2B5EF4-FFF2-40B4-BE49-F238E27FC236}">
                <a16:creationId xmlns:a16="http://schemas.microsoft.com/office/drawing/2014/main" id="{B6DA340D-7F3B-48ED-B0B2-5CF86D9005B1}"/>
              </a:ext>
            </a:extLst>
          </p:cNvPr>
          <p:cNvSpPr>
            <a:spLocks xmlns:a="http://schemas.openxmlformats.org/drawingml/2006/main" noGrp="1"/>
          </p:cNvSpPr>
          <p:nvPr/>
        </p:nvSpPr>
        <p:spPr>
          <a:xfrm xmlns:a="http://schemas.openxmlformats.org/drawingml/2006/main">
            <a:off x="1428750" y="538162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2344D"/>
                </a:solidFill>
                <a:latin typeface="Bitstream Charter"/>
                <a:ea typeface="Bitstream Charter"/>
                <a:cs typeface="Bitstream Charter"/>
              </a:defRPr>
            </a:pPr>
            <a:r>
              <a:rPr sz="1800" b="1">
                <a:solidFill>
                  <a:srgbClr val="12344D"/>
                </a:solidFill>
                <a:latin typeface="Bitstream Charter"/>
                <a:ea typeface="Bitstream Charter"/>
                <a:cs typeface="Bitstream Charter"/>
              </a:rPr>
              <a:t>The files connect institutional claims to reproducible analytical outputs.</a:t>
            </a:r>
          </a:p>
        </p:txBody>
      </p:sp>
    </p:spTree>
    <p:extLst>
      <p:ext uri="{BB962C8B-B14F-4D97-AF65-F5344CB8AC3E}">
        <p14:creationId xmlns:p14="http://schemas.microsoft.com/office/powerpoint/2010/main" val="1064199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68BB60F-2AC1-4D80-8594-00AF25D5B20F}"/>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3764272B-EC8B-4FD0-AD2A-F68428D9CE92}"/>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Material risk exposure</a:t>
            </a:r>
          </a:p>
        </p:txBody>
      </p:sp>
      <p:sp>
        <p:nvSpPr>
          <p:cNvPr id="3" name="">
            <a:extLst xmlns:a="http://schemas.openxmlformats.org/drawingml/2006/main">
              <a:ext uri="{FF2B5EF4-FFF2-40B4-BE49-F238E27FC236}">
                <a16:creationId xmlns:a16="http://schemas.microsoft.com/office/drawing/2014/main" id="{6B06B41D-B90F-4888-9442-A0CE4C62719B}"/>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5817E8-B0E7-48B6-B617-B0AE0B7147DD}"/>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AD76545C-923F-4792-817E-A78E180368C1}"/>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3E61FB46-0707-4DA3-9C8F-1613758C3A30}"/>
              </a:ext>
            </a:extLst>
          </p:cNvPr>
          <p:cNvSpPr>
            <a:spLocks xmlns:a="http://schemas.openxmlformats.org/drawingml/2006/main" noGrp="1"/>
          </p:cNvSpPr>
          <p:nvPr/>
        </p:nvSpPr>
        <p:spPr>
          <a:xfrm xmlns:a="http://schemas.openxmlformats.org/drawingml/2006/main">
            <a:off x="809625" y="14763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72B3A"/>
                </a:solidFill>
                <a:latin typeface="Bitstream Charter"/>
                <a:ea typeface="Bitstream Charter"/>
                <a:cs typeface="Bitstream Charter"/>
              </a:defRPr>
            </a:pPr>
            <a:r>
              <a:rPr sz="1275" b="1">
                <a:solidFill>
                  <a:srgbClr val="172B3A"/>
                </a:solidFill>
                <a:latin typeface="Bitstream Charter"/>
                <a:ea typeface="Bitstream Charter"/>
                <a:cs typeface="Bitstream Charter"/>
              </a:rPr>
              <a:t>Definitions</a:t>
            </a:r>
          </a:p>
        </p:txBody>
      </p:sp>
      <p:sp>
        <p:nvSpPr>
          <p:cNvPr id="7" name="">
            <a:extLst xmlns:a="http://schemas.openxmlformats.org/drawingml/2006/main">
              <a:ext uri="{FF2B5EF4-FFF2-40B4-BE49-F238E27FC236}">
                <a16:creationId xmlns:a16="http://schemas.microsoft.com/office/drawing/2014/main" id="{EA7FBFC1-6055-453D-9944-01FB5E1ADEF8}"/>
              </a:ext>
            </a:extLst>
          </p:cNvPr>
          <p:cNvSpPr>
            <a:spLocks xmlns:a="http://schemas.openxmlformats.org/drawingml/2006/main" noGrp="1"/>
          </p:cNvSpPr>
          <p:nvPr/>
        </p:nvSpPr>
        <p:spPr>
          <a:xfrm xmlns:a="http://schemas.openxmlformats.org/drawingml/2006/main">
            <a:off x="2667000" y="1504950"/>
            <a:ext cx="4286250" cy="247650"/>
          </a:xfrm>
          <a:prstGeom xmlns:a="http://schemas.openxmlformats.org/drawingml/2006/main" prst="roundRect">
            <a:avLst>
              <a:gd name="adj" fmla="val 30769"/>
            </a:avLst>
          </a:prstGeom>
          <a:solidFill xmlns:a="http://schemas.openxmlformats.org/drawingml/2006/main">
            <a:srgbClr val="E9C46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FDDF326-78F4-4A22-911E-0A22FD20B677}"/>
              </a:ext>
            </a:extLst>
          </p:cNvPr>
          <p:cNvSpPr>
            <a:spLocks xmlns:a="http://schemas.openxmlformats.org/drawingml/2006/main" noGrp="1"/>
          </p:cNvSpPr>
          <p:nvPr/>
        </p:nvSpPr>
        <p:spPr>
          <a:xfrm xmlns:a="http://schemas.openxmlformats.org/drawingml/2006/main">
            <a:off x="7048500" y="14763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1">
                <a:solidFill>
                  <a:srgbClr val="12344D"/>
                </a:solidFill>
                <a:latin typeface="Bitstream Charter"/>
                <a:ea typeface="Bitstream Charter"/>
                <a:cs typeface="Bitstream Charter"/>
              </a:defRPr>
            </a:pPr>
            <a:r>
              <a:rPr sz="1275" b="1">
                <a:solidFill>
                  <a:srgbClr val="12344D"/>
                </a:solidFill>
                <a:latin typeface="Bitstream Charter"/>
                <a:ea typeface="Bitstream Charter"/>
                <a:cs typeface="Bitstream Charter"/>
              </a:rPr>
              <a:t>25</a:t>
            </a:r>
          </a:p>
        </p:txBody>
      </p:sp>
      <p:sp>
        <p:nvSpPr>
          <p:cNvPr id="9" name="">
            <a:extLst xmlns:a="http://schemas.openxmlformats.org/drawingml/2006/main">
              <a:ext uri="{FF2B5EF4-FFF2-40B4-BE49-F238E27FC236}">
                <a16:creationId xmlns:a16="http://schemas.microsoft.com/office/drawing/2014/main" id="{87964796-3FF6-4713-811B-E3DF6ABE456E}"/>
              </a:ext>
            </a:extLst>
          </p:cNvPr>
          <p:cNvSpPr>
            <a:spLocks xmlns:a="http://schemas.openxmlformats.org/drawingml/2006/main" noGrp="1"/>
          </p:cNvSpPr>
          <p:nvPr/>
        </p:nvSpPr>
        <p:spPr>
          <a:xfrm xmlns:a="http://schemas.openxmlformats.org/drawingml/2006/main">
            <a:off x="809625" y="21145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B3A"/>
                </a:solidFill>
                <a:latin typeface="Bitstream Charter"/>
                <a:ea typeface="Bitstream Charter"/>
                <a:cs typeface="Bitstream Charter"/>
              </a:defRPr>
            </a:pPr>
            <a:r>
              <a:rPr sz="1275" b="0">
                <a:solidFill>
                  <a:srgbClr val="172B3A"/>
                </a:solidFill>
                <a:latin typeface="Bitstream Charter"/>
                <a:ea typeface="Bitstream Charter"/>
                <a:cs typeface="Bitstream Charter"/>
              </a:rPr>
              <a:t>Coverage bias</a:t>
            </a:r>
          </a:p>
        </p:txBody>
      </p:sp>
      <p:sp>
        <p:nvSpPr>
          <p:cNvPr id="10" name="">
            <a:extLst xmlns:a="http://schemas.openxmlformats.org/drawingml/2006/main">
              <a:ext uri="{FF2B5EF4-FFF2-40B4-BE49-F238E27FC236}">
                <a16:creationId xmlns:a16="http://schemas.microsoft.com/office/drawing/2014/main" id="{F6E97B16-2CFC-4B45-AA41-A2A7A3580ADC}"/>
              </a:ext>
            </a:extLst>
          </p:cNvPr>
          <p:cNvSpPr>
            <a:spLocks xmlns:a="http://schemas.openxmlformats.org/drawingml/2006/main" noGrp="1"/>
          </p:cNvSpPr>
          <p:nvPr/>
        </p:nvSpPr>
        <p:spPr>
          <a:xfrm xmlns:a="http://schemas.openxmlformats.org/drawingml/2006/main">
            <a:off x="2667000" y="2143125"/>
            <a:ext cx="3429000" cy="247650"/>
          </a:xfrm>
          <a:prstGeom xmlns:a="http://schemas.openxmlformats.org/drawingml/2006/main" prst="roundRect">
            <a:avLst>
              <a:gd name="adj" fmla="val 30769"/>
            </a:avLst>
          </a:prstGeom>
          <a:solidFill xmlns:a="http://schemas.openxmlformats.org/drawingml/2006/main">
            <a:srgbClr val="2A9D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429490-4F95-43B9-831E-D5914BC9B307}"/>
              </a:ext>
            </a:extLst>
          </p:cNvPr>
          <p:cNvSpPr>
            <a:spLocks xmlns:a="http://schemas.openxmlformats.org/drawingml/2006/main" noGrp="1"/>
          </p:cNvSpPr>
          <p:nvPr/>
        </p:nvSpPr>
        <p:spPr>
          <a:xfrm xmlns:a="http://schemas.openxmlformats.org/drawingml/2006/main">
            <a:off x="7048500" y="211455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1">
                <a:solidFill>
                  <a:srgbClr val="12344D"/>
                </a:solidFill>
                <a:latin typeface="Bitstream Charter"/>
                <a:ea typeface="Bitstream Charter"/>
                <a:cs typeface="Bitstream Charter"/>
              </a:defRPr>
            </a:pPr>
            <a:r>
              <a:rPr sz="1275" b="1">
                <a:solidFill>
                  <a:srgbClr val="12344D"/>
                </a:solidFill>
                <a:latin typeface="Bitstream Charter"/>
                <a:ea typeface="Bitstream Charter"/>
                <a:cs typeface="Bitstream Charter"/>
              </a:rPr>
              <a:t>20</a:t>
            </a:r>
          </a:p>
        </p:txBody>
      </p:sp>
      <p:sp>
        <p:nvSpPr>
          <p:cNvPr id="12" name="">
            <a:extLst xmlns:a="http://schemas.openxmlformats.org/drawingml/2006/main">
              <a:ext uri="{FF2B5EF4-FFF2-40B4-BE49-F238E27FC236}">
                <a16:creationId xmlns:a16="http://schemas.microsoft.com/office/drawing/2014/main" id="{CC7B0AEE-A745-40DD-9D19-58B0252EB2C4}"/>
              </a:ext>
            </a:extLst>
          </p:cNvPr>
          <p:cNvSpPr>
            <a:spLocks xmlns:a="http://schemas.openxmlformats.org/drawingml/2006/main" noGrp="1"/>
          </p:cNvSpPr>
          <p:nvPr/>
        </p:nvSpPr>
        <p:spPr>
          <a:xfrm xmlns:a="http://schemas.openxmlformats.org/drawingml/2006/main">
            <a:off x="809625" y="27527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B3A"/>
                </a:solidFill>
                <a:latin typeface="Bitstream Charter"/>
                <a:ea typeface="Bitstream Charter"/>
                <a:cs typeface="Bitstream Charter"/>
              </a:defRPr>
            </a:pPr>
            <a:r>
              <a:rPr sz="1275" b="0">
                <a:solidFill>
                  <a:srgbClr val="172B3A"/>
                </a:solidFill>
                <a:latin typeface="Bitstream Charter"/>
                <a:ea typeface="Bitstream Charter"/>
                <a:cs typeface="Bitstream Charter"/>
              </a:rPr>
              <a:t>Identifiers</a:t>
            </a:r>
          </a:p>
        </p:txBody>
      </p:sp>
      <p:sp>
        <p:nvSpPr>
          <p:cNvPr id="13" name="">
            <a:extLst xmlns:a="http://schemas.openxmlformats.org/drawingml/2006/main">
              <a:ext uri="{FF2B5EF4-FFF2-40B4-BE49-F238E27FC236}">
                <a16:creationId xmlns:a16="http://schemas.microsoft.com/office/drawing/2014/main" id="{93FA1302-5B1D-4B5E-AB43-95B27BF183A0}"/>
              </a:ext>
            </a:extLst>
          </p:cNvPr>
          <p:cNvSpPr>
            <a:spLocks xmlns:a="http://schemas.openxmlformats.org/drawingml/2006/main" noGrp="1"/>
          </p:cNvSpPr>
          <p:nvPr/>
        </p:nvSpPr>
        <p:spPr>
          <a:xfrm xmlns:a="http://schemas.openxmlformats.org/drawingml/2006/main">
            <a:off x="2667000" y="2781300"/>
            <a:ext cx="3429000" cy="247650"/>
          </a:xfrm>
          <a:prstGeom xmlns:a="http://schemas.openxmlformats.org/drawingml/2006/main" prst="roundRect">
            <a:avLst>
              <a:gd name="adj" fmla="val 30769"/>
            </a:avLst>
          </a:prstGeom>
          <a:solidFill xmlns:a="http://schemas.openxmlformats.org/drawingml/2006/main">
            <a:srgbClr val="2A9D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AFC77B-C720-47CF-B6D8-0982A63047B2}"/>
              </a:ext>
            </a:extLst>
          </p:cNvPr>
          <p:cNvSpPr>
            <a:spLocks xmlns:a="http://schemas.openxmlformats.org/drawingml/2006/main" noGrp="1"/>
          </p:cNvSpPr>
          <p:nvPr/>
        </p:nvSpPr>
        <p:spPr>
          <a:xfrm xmlns:a="http://schemas.openxmlformats.org/drawingml/2006/main">
            <a:off x="7048500" y="27527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1">
                <a:solidFill>
                  <a:srgbClr val="12344D"/>
                </a:solidFill>
                <a:latin typeface="Bitstream Charter"/>
                <a:ea typeface="Bitstream Charter"/>
                <a:cs typeface="Bitstream Charter"/>
              </a:defRPr>
            </a:pPr>
            <a:r>
              <a:rPr sz="1275" b="1">
                <a:solidFill>
                  <a:srgbClr val="12344D"/>
                </a:solidFill>
                <a:latin typeface="Bitstream Charter"/>
                <a:ea typeface="Bitstream Charter"/>
                <a:cs typeface="Bitstream Charter"/>
              </a:rPr>
              <a:t>20</a:t>
            </a:r>
          </a:p>
        </p:txBody>
      </p:sp>
      <p:sp>
        <p:nvSpPr>
          <p:cNvPr id="15" name="">
            <a:extLst xmlns:a="http://schemas.openxmlformats.org/drawingml/2006/main">
              <a:ext uri="{FF2B5EF4-FFF2-40B4-BE49-F238E27FC236}">
                <a16:creationId xmlns:a16="http://schemas.microsoft.com/office/drawing/2014/main" id="{0ABFD8C2-B836-4EE2-A2BE-EEF0A9F32A8C}"/>
              </a:ext>
            </a:extLst>
          </p:cNvPr>
          <p:cNvSpPr>
            <a:spLocks xmlns:a="http://schemas.openxmlformats.org/drawingml/2006/main" noGrp="1"/>
          </p:cNvSpPr>
          <p:nvPr/>
        </p:nvSpPr>
        <p:spPr>
          <a:xfrm xmlns:a="http://schemas.openxmlformats.org/drawingml/2006/main">
            <a:off x="809625" y="33909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B3A"/>
                </a:solidFill>
                <a:latin typeface="Bitstream Charter"/>
                <a:ea typeface="Bitstream Charter"/>
                <a:cs typeface="Bitstream Charter"/>
              </a:defRPr>
            </a:pPr>
            <a:r>
              <a:rPr sz="1275" b="0">
                <a:solidFill>
                  <a:srgbClr val="172B3A"/>
                </a:solidFill>
                <a:latin typeface="Bitstream Charter"/>
                <a:ea typeface="Bitstream Charter"/>
                <a:cs typeface="Bitstream Charter"/>
              </a:rPr>
              <a:t>Pilot scope</a:t>
            </a:r>
          </a:p>
        </p:txBody>
      </p:sp>
      <p:sp>
        <p:nvSpPr>
          <p:cNvPr id="16" name="">
            <a:extLst xmlns:a="http://schemas.openxmlformats.org/drawingml/2006/main">
              <a:ext uri="{FF2B5EF4-FFF2-40B4-BE49-F238E27FC236}">
                <a16:creationId xmlns:a16="http://schemas.microsoft.com/office/drawing/2014/main" id="{D667F7AF-6AA0-4C7F-8B18-6A6B1CD45083}"/>
              </a:ext>
            </a:extLst>
          </p:cNvPr>
          <p:cNvSpPr>
            <a:spLocks xmlns:a="http://schemas.openxmlformats.org/drawingml/2006/main" noGrp="1"/>
          </p:cNvSpPr>
          <p:nvPr/>
        </p:nvSpPr>
        <p:spPr>
          <a:xfrm xmlns:a="http://schemas.openxmlformats.org/drawingml/2006/main">
            <a:off x="2667000" y="3419475"/>
            <a:ext cx="3429000" cy="247650"/>
          </a:xfrm>
          <a:prstGeom xmlns:a="http://schemas.openxmlformats.org/drawingml/2006/main" prst="roundRect">
            <a:avLst>
              <a:gd name="adj" fmla="val 30769"/>
            </a:avLst>
          </a:prstGeom>
          <a:solidFill xmlns:a="http://schemas.openxmlformats.org/drawingml/2006/main">
            <a:srgbClr val="2A9D8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B049EC-EE28-4174-B11A-BA0BB24A31F4}"/>
              </a:ext>
            </a:extLst>
          </p:cNvPr>
          <p:cNvSpPr>
            <a:spLocks xmlns:a="http://schemas.openxmlformats.org/drawingml/2006/main" noGrp="1"/>
          </p:cNvSpPr>
          <p:nvPr/>
        </p:nvSpPr>
        <p:spPr>
          <a:xfrm xmlns:a="http://schemas.openxmlformats.org/drawingml/2006/main">
            <a:off x="7048500" y="33909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1">
                <a:solidFill>
                  <a:srgbClr val="12344D"/>
                </a:solidFill>
                <a:latin typeface="Bitstream Charter"/>
                <a:ea typeface="Bitstream Charter"/>
                <a:cs typeface="Bitstream Charter"/>
              </a:defRPr>
            </a:pPr>
            <a:r>
              <a:rPr sz="1275" b="1">
                <a:solidFill>
                  <a:srgbClr val="12344D"/>
                </a:solidFill>
                <a:latin typeface="Bitstream Charter"/>
                <a:ea typeface="Bitstream Charter"/>
                <a:cs typeface="Bitstream Charter"/>
              </a:rPr>
              <a:t>20</a:t>
            </a:r>
          </a:p>
        </p:txBody>
      </p:sp>
      <p:sp>
        <p:nvSpPr>
          <p:cNvPr id="18" name="">
            <a:extLst xmlns:a="http://schemas.openxmlformats.org/drawingml/2006/main">
              <a:ext uri="{FF2B5EF4-FFF2-40B4-BE49-F238E27FC236}">
                <a16:creationId xmlns:a16="http://schemas.microsoft.com/office/drawing/2014/main" id="{5E14530A-E3D0-438A-830A-E18AE632BEBB}"/>
              </a:ext>
            </a:extLst>
          </p:cNvPr>
          <p:cNvSpPr>
            <a:spLocks xmlns:a="http://schemas.openxmlformats.org/drawingml/2006/main" noGrp="1"/>
          </p:cNvSpPr>
          <p:nvPr/>
        </p:nvSpPr>
        <p:spPr>
          <a:xfrm xmlns:a="http://schemas.openxmlformats.org/drawingml/2006/main">
            <a:off x="809625" y="40290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B3A"/>
                </a:solidFill>
                <a:latin typeface="Bitstream Charter"/>
                <a:ea typeface="Bitstream Charter"/>
                <a:cs typeface="Bitstream Charter"/>
              </a:defRPr>
            </a:pPr>
            <a:r>
              <a:rPr sz="1275" b="0">
                <a:solidFill>
                  <a:srgbClr val="172B3A"/>
                </a:solidFill>
                <a:latin typeface="Bitstream Charter"/>
                <a:ea typeface="Bitstream Charter"/>
                <a:cs typeface="Bitstream Charter"/>
              </a:rPr>
              <a:t>Continuity</a:t>
            </a:r>
          </a:p>
        </p:txBody>
      </p:sp>
      <p:sp>
        <p:nvSpPr>
          <p:cNvPr id="19" name="">
            <a:extLst xmlns:a="http://schemas.openxmlformats.org/drawingml/2006/main">
              <a:ext uri="{FF2B5EF4-FFF2-40B4-BE49-F238E27FC236}">
                <a16:creationId xmlns:a16="http://schemas.microsoft.com/office/drawing/2014/main" id="{DFB54DE6-E301-44D5-933F-1D152803BC3C}"/>
              </a:ext>
            </a:extLst>
          </p:cNvPr>
          <p:cNvSpPr>
            <a:spLocks xmlns:a="http://schemas.openxmlformats.org/drawingml/2006/main" noGrp="1"/>
          </p:cNvSpPr>
          <p:nvPr/>
        </p:nvSpPr>
        <p:spPr>
          <a:xfrm xmlns:a="http://schemas.openxmlformats.org/drawingml/2006/main">
            <a:off x="2667000" y="4057650"/>
            <a:ext cx="2743200" cy="247650"/>
          </a:xfrm>
          <a:prstGeom xmlns:a="http://schemas.openxmlformats.org/drawingml/2006/main" prst="roundRect">
            <a:avLst>
              <a:gd name="adj" fmla="val 30769"/>
            </a:avLst>
          </a:prstGeom>
          <a:solidFill xmlns:a="http://schemas.openxmlformats.org/drawingml/2006/main">
            <a:srgbClr val="2A9D8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BA91BAE-AC8F-4779-9DB0-5A13BC7C860E}"/>
              </a:ext>
            </a:extLst>
          </p:cNvPr>
          <p:cNvSpPr>
            <a:spLocks xmlns:a="http://schemas.openxmlformats.org/drawingml/2006/main" noGrp="1"/>
          </p:cNvSpPr>
          <p:nvPr/>
        </p:nvSpPr>
        <p:spPr>
          <a:xfrm xmlns:a="http://schemas.openxmlformats.org/drawingml/2006/main">
            <a:off x="7048500" y="40290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1">
                <a:solidFill>
                  <a:srgbClr val="12344D"/>
                </a:solidFill>
                <a:latin typeface="Bitstream Charter"/>
                <a:ea typeface="Bitstream Charter"/>
                <a:cs typeface="Bitstream Charter"/>
              </a:defRPr>
            </a:pPr>
            <a:r>
              <a:rPr sz="1275" b="1">
                <a:solidFill>
                  <a:srgbClr val="12344D"/>
                </a:solidFill>
                <a:latin typeface="Bitstream Charter"/>
                <a:ea typeface="Bitstream Charter"/>
                <a:cs typeface="Bitstream Charter"/>
              </a:rPr>
              <a:t>16</a:t>
            </a:r>
          </a:p>
        </p:txBody>
      </p:sp>
      <p:sp>
        <p:nvSpPr>
          <p:cNvPr id="21" name="">
            <a:extLst xmlns:a="http://schemas.openxmlformats.org/drawingml/2006/main">
              <a:ext uri="{FF2B5EF4-FFF2-40B4-BE49-F238E27FC236}">
                <a16:creationId xmlns:a16="http://schemas.microsoft.com/office/drawing/2014/main" id="{105A1CA2-2CA7-42D7-BD09-2BC1C24B46EC}"/>
              </a:ext>
            </a:extLst>
          </p:cNvPr>
          <p:cNvSpPr>
            <a:spLocks xmlns:a="http://schemas.openxmlformats.org/drawingml/2006/main" noGrp="1"/>
          </p:cNvSpPr>
          <p:nvPr/>
        </p:nvSpPr>
        <p:spPr>
          <a:xfrm xmlns:a="http://schemas.openxmlformats.org/drawingml/2006/main">
            <a:off x="809625" y="46672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B3A"/>
                </a:solidFill>
                <a:latin typeface="Bitstream Charter"/>
                <a:ea typeface="Bitstream Charter"/>
                <a:cs typeface="Bitstream Charter"/>
              </a:defRPr>
            </a:pPr>
            <a:r>
              <a:rPr sz="1275" b="0">
                <a:solidFill>
                  <a:srgbClr val="172B3A"/>
                </a:solidFill>
                <a:latin typeface="Bitstream Charter"/>
                <a:ea typeface="Bitstream Charter"/>
                <a:cs typeface="Bitstream Charter"/>
              </a:rPr>
              <a:t>Unlawful reuse</a:t>
            </a:r>
          </a:p>
        </p:txBody>
      </p:sp>
      <p:sp>
        <p:nvSpPr>
          <p:cNvPr id="22" name="">
            <a:extLst xmlns:a="http://schemas.openxmlformats.org/drawingml/2006/main">
              <a:ext uri="{FF2B5EF4-FFF2-40B4-BE49-F238E27FC236}">
                <a16:creationId xmlns:a16="http://schemas.microsoft.com/office/drawing/2014/main" id="{C542CF15-5233-4EC0-B9EB-49D7217863F3}"/>
              </a:ext>
            </a:extLst>
          </p:cNvPr>
          <p:cNvSpPr>
            <a:spLocks xmlns:a="http://schemas.openxmlformats.org/drawingml/2006/main" noGrp="1"/>
          </p:cNvSpPr>
          <p:nvPr/>
        </p:nvSpPr>
        <p:spPr>
          <a:xfrm xmlns:a="http://schemas.openxmlformats.org/drawingml/2006/main">
            <a:off x="2667000" y="4695825"/>
            <a:ext cx="2571750" cy="247650"/>
          </a:xfrm>
          <a:prstGeom xmlns:a="http://schemas.openxmlformats.org/drawingml/2006/main" prst="roundRect">
            <a:avLst>
              <a:gd name="adj" fmla="val 30769"/>
            </a:avLst>
          </a:prstGeom>
          <a:solidFill xmlns:a="http://schemas.openxmlformats.org/drawingml/2006/main">
            <a:srgbClr val="2A9D8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5C76867-0FE2-4B91-B69C-65FBF01114C8}"/>
              </a:ext>
            </a:extLst>
          </p:cNvPr>
          <p:cNvSpPr>
            <a:spLocks xmlns:a="http://schemas.openxmlformats.org/drawingml/2006/main" noGrp="1"/>
          </p:cNvSpPr>
          <p:nvPr/>
        </p:nvSpPr>
        <p:spPr>
          <a:xfrm xmlns:a="http://schemas.openxmlformats.org/drawingml/2006/main">
            <a:off x="7048500" y="466725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1">
                <a:solidFill>
                  <a:srgbClr val="12344D"/>
                </a:solidFill>
                <a:latin typeface="Bitstream Charter"/>
                <a:ea typeface="Bitstream Charter"/>
                <a:cs typeface="Bitstream Charter"/>
              </a:defRPr>
            </a:pPr>
            <a:r>
              <a:rPr sz="1275" b="1">
                <a:solidFill>
                  <a:srgbClr val="12344D"/>
                </a:solidFill>
                <a:latin typeface="Bitstream Charter"/>
                <a:ea typeface="Bitstream Charter"/>
                <a:cs typeface="Bitstream Charter"/>
              </a:rPr>
              <a:t>15</a:t>
            </a:r>
          </a:p>
        </p:txBody>
      </p:sp>
      <p:sp>
        <p:nvSpPr>
          <p:cNvPr id="24" name="">
            <a:extLst xmlns:a="http://schemas.openxmlformats.org/drawingml/2006/main">
              <a:ext uri="{FF2B5EF4-FFF2-40B4-BE49-F238E27FC236}">
                <a16:creationId xmlns:a16="http://schemas.microsoft.com/office/drawing/2014/main" id="{7E2BC5EE-F40E-4AD2-BE7E-96614D4D0721}"/>
              </a:ext>
            </a:extLst>
          </p:cNvPr>
          <p:cNvSpPr>
            <a:spLocks xmlns:a="http://schemas.openxmlformats.org/drawingml/2006/main" noGrp="1"/>
          </p:cNvSpPr>
          <p:nvPr/>
        </p:nvSpPr>
        <p:spPr>
          <a:xfrm xmlns:a="http://schemas.openxmlformats.org/drawingml/2006/main">
            <a:off x="2857500" y="5476875"/>
            <a:ext cx="409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0">
                <a:solidFill>
                  <a:srgbClr val="5E7180"/>
                </a:solidFill>
                <a:latin typeface="Bitstream Charter"/>
                <a:ea typeface="Bitstream Charter"/>
                <a:cs typeface="Bitstream Charter"/>
              </a:defRPr>
            </a:pPr>
            <a:r>
              <a:rPr sz="1125" b="0">
                <a:solidFill>
                  <a:srgbClr val="5E7180"/>
                </a:solidFill>
                <a:latin typeface="Bitstream Charter"/>
                <a:ea typeface="Bitstream Charter"/>
                <a:cs typeface="Bitstream Charter"/>
              </a:rPr>
              <a:t>Likelihood × impact</a:t>
            </a:r>
          </a:p>
        </p:txBody>
      </p:sp>
      <p:sp>
        <p:nvSpPr>
          <p:cNvPr id="25" name="">
            <a:extLst xmlns:a="http://schemas.openxmlformats.org/drawingml/2006/main">
              <a:ext uri="{FF2B5EF4-FFF2-40B4-BE49-F238E27FC236}">
                <a16:creationId xmlns:a16="http://schemas.microsoft.com/office/drawing/2014/main" id="{083EECCC-5C91-4461-9A15-BA38DEC961D5}"/>
              </a:ext>
            </a:extLst>
          </p:cNvPr>
          <p:cNvSpPr>
            <a:spLocks xmlns:a="http://schemas.openxmlformats.org/drawingml/2006/main" noGrp="1"/>
          </p:cNvSpPr>
          <p:nvPr/>
        </p:nvSpPr>
        <p:spPr>
          <a:xfrm xmlns:a="http://schemas.openxmlformats.org/drawingml/2006/main">
            <a:off x="8286750" y="17145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ctr">
              <a:defRPr sz="1425" b="1">
                <a:solidFill>
                  <a:srgbClr val="E9C46A"/>
                </a:solidFill>
                <a:latin typeface="Bitstream Charter"/>
                <a:ea typeface="Bitstream Charter"/>
                <a:cs typeface="Bitstream Charter"/>
              </a:defRPr>
            </a:pPr>
            <a:r>
              <a:rPr sz="1425" b="1">
                <a:solidFill>
                  <a:srgbClr val="E9C46A"/>
                </a:solidFill>
                <a:latin typeface="Bitstream Charter"/>
                <a:ea typeface="Bitstream Charter"/>
                <a:cs typeface="Bitstream Charter"/>
              </a:rPr>
              <a:t>Highest exposure</a:t>
            </a:r>
          </a:p>
        </p:txBody>
      </p:sp>
      <p:sp>
        <p:nvSpPr>
          <p:cNvPr id="26" name="">
            <a:extLst xmlns:a="http://schemas.openxmlformats.org/drawingml/2006/main">
              <a:ext uri="{FF2B5EF4-FFF2-40B4-BE49-F238E27FC236}">
                <a16:creationId xmlns:a16="http://schemas.microsoft.com/office/drawing/2014/main" id="{E5CC5747-5275-4DA0-8A52-D1A2028BD308}"/>
              </a:ext>
            </a:extLst>
          </p:cNvPr>
          <p:cNvSpPr>
            <a:spLocks xmlns:a="http://schemas.openxmlformats.org/drawingml/2006/main" noGrp="1"/>
          </p:cNvSpPr>
          <p:nvPr/>
        </p:nvSpPr>
        <p:spPr>
          <a:xfrm xmlns:a="http://schemas.openxmlformats.org/drawingml/2006/main">
            <a:off x="8477250" y="2143125"/>
            <a:ext cx="219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12344D"/>
                </a:solidFill>
                <a:latin typeface="Bitstream Charter"/>
                <a:ea typeface="Bitstream Charter"/>
                <a:cs typeface="Bitstream Charter"/>
              </a:defRPr>
            </a:pPr>
            <a:r>
              <a:rPr sz="3600" b="1">
                <a:solidFill>
                  <a:srgbClr val="12344D"/>
                </a:solidFill>
                <a:latin typeface="Bitstream Charter"/>
                <a:ea typeface="Bitstream Charter"/>
                <a:cs typeface="Bitstream Charter"/>
              </a:rPr>
              <a:t>25</a:t>
            </a:r>
          </a:p>
        </p:txBody>
      </p:sp>
      <p:sp>
        <p:nvSpPr>
          <p:cNvPr id="27" name="">
            <a:extLst xmlns:a="http://schemas.openxmlformats.org/drawingml/2006/main">
              <a:ext uri="{FF2B5EF4-FFF2-40B4-BE49-F238E27FC236}">
                <a16:creationId xmlns:a16="http://schemas.microsoft.com/office/drawing/2014/main" id="{9A69979F-2AAA-42FA-BB6D-BEC7DC95DCBF}"/>
              </a:ext>
            </a:extLst>
          </p:cNvPr>
          <p:cNvSpPr>
            <a:spLocks xmlns:a="http://schemas.openxmlformats.org/drawingml/2006/main" noGrp="1"/>
          </p:cNvSpPr>
          <p:nvPr/>
        </p:nvSpPr>
        <p:spPr>
          <a:xfrm xmlns:a="http://schemas.openxmlformats.org/drawingml/2006/main">
            <a:off x="8096250" y="309562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Inconsistent concepts and definitions</a:t>
            </a:r>
          </a:p>
        </p:txBody>
      </p:sp>
      <p:sp>
        <p:nvSpPr>
          <p:cNvPr id="28" name="">
            <a:extLst xmlns:a="http://schemas.openxmlformats.org/drawingml/2006/main">
              <a:ext uri="{FF2B5EF4-FFF2-40B4-BE49-F238E27FC236}">
                <a16:creationId xmlns:a16="http://schemas.microsoft.com/office/drawing/2014/main" id="{AB6C672C-519E-4B7F-8AD2-70A0CE5CD02F}"/>
              </a:ext>
            </a:extLst>
          </p:cNvPr>
          <p:cNvSpPr>
            <a:spLocks xmlns:a="http://schemas.openxmlformats.org/drawingml/2006/main" noGrp="1"/>
          </p:cNvSpPr>
          <p:nvPr/>
        </p:nvSpPr>
        <p:spPr>
          <a:xfrm xmlns:a="http://schemas.openxmlformats.org/drawingml/2006/main">
            <a:off x="8048625" y="419100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5E7180"/>
                </a:solidFill>
                <a:latin typeface="Bitstream Charter"/>
                <a:ea typeface="Bitstream Charter"/>
                <a:cs typeface="Bitstream Charter"/>
              </a:defRPr>
            </a:pPr>
            <a:r>
              <a:rPr sz="1425" b="0">
                <a:solidFill>
                  <a:srgbClr val="5E7180"/>
                </a:solidFill>
                <a:latin typeface="Bitstream Charter"/>
                <a:ea typeface="Bitstream Charter"/>
                <a:cs typeface="Bitstream Charter"/>
              </a:rPr>
              <a:t>Mitigation: agree classifications, metadata and revision policy before integration.</a:t>
            </a:r>
          </a:p>
        </p:txBody>
      </p:sp>
    </p:spTree>
    <p:extLst>
      <p:ext uri="{BB962C8B-B14F-4D97-AF65-F5344CB8AC3E}">
        <p14:creationId xmlns:p14="http://schemas.microsoft.com/office/powerpoint/2010/main" val="11916453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09618E5A-F8F3-4AC1-BD8E-A56E122B9FF8}"/>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F764F648-F1DE-4F5F-B585-A6F67BC14A10}"/>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Five candidate AI opportunities</a:t>
            </a:r>
          </a:p>
        </p:txBody>
      </p:sp>
      <p:sp>
        <p:nvSpPr>
          <p:cNvPr id="3" name="">
            <a:extLst xmlns:a="http://schemas.openxmlformats.org/drawingml/2006/main">
              <a:ext uri="{FF2B5EF4-FFF2-40B4-BE49-F238E27FC236}">
                <a16:creationId xmlns:a16="http://schemas.microsoft.com/office/drawing/2014/main" id="{03851336-7AB0-459F-AA72-E16601C89365}"/>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99F5E0-2C3D-46C2-B484-4FD51841B80C}"/>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D20196E9-6B37-4597-BC7D-5A490F1BF0AF}"/>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8F924850-0BF4-4466-8828-1B8A113D22D9}"/>
              </a:ext>
            </a:extLst>
          </p:cNvPr>
          <p:cNvSpPr>
            <a:spLocks xmlns:a="http://schemas.openxmlformats.org/drawingml/2006/main" noGrp="1"/>
          </p:cNvSpPr>
          <p:nvPr/>
        </p:nvSpPr>
        <p:spPr>
          <a:xfrm xmlns:a="http://schemas.openxmlformats.org/drawingml/2006/main">
            <a:off x="3905250" y="1333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2A9D8F"/>
                </a:solidFill>
                <a:latin typeface="Bitstream Charter"/>
                <a:ea typeface="Bitstream Charter"/>
                <a:cs typeface="Bitstream Charter"/>
              </a:defRPr>
            </a:pPr>
            <a:r>
              <a:rPr sz="1200" b="1">
                <a:solidFill>
                  <a:srgbClr val="2A9D8F"/>
                </a:solidFill>
                <a:latin typeface="Bitstream Charter"/>
                <a:ea typeface="Bitstream Charter"/>
                <a:cs typeface="Bitstream Charter"/>
              </a:rPr>
              <a:t>Data readiness</a:t>
            </a:r>
          </a:p>
        </p:txBody>
      </p:sp>
      <p:sp>
        <p:nvSpPr>
          <p:cNvPr id="7" name="">
            <a:extLst xmlns:a="http://schemas.openxmlformats.org/drawingml/2006/main">
              <a:ext uri="{FF2B5EF4-FFF2-40B4-BE49-F238E27FC236}">
                <a16:creationId xmlns:a16="http://schemas.microsoft.com/office/drawing/2014/main" id="{90E7C075-ED26-4918-8E7D-E900E840B6B5}"/>
              </a:ext>
            </a:extLst>
          </p:cNvPr>
          <p:cNvSpPr>
            <a:spLocks xmlns:a="http://schemas.openxmlformats.org/drawingml/2006/main" noGrp="1"/>
          </p:cNvSpPr>
          <p:nvPr/>
        </p:nvSpPr>
        <p:spPr>
          <a:xfrm xmlns:a="http://schemas.openxmlformats.org/drawingml/2006/main">
            <a:off x="5667375" y="13335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E76F51"/>
                </a:solidFill>
                <a:latin typeface="Bitstream Charter"/>
                <a:ea typeface="Bitstream Charter"/>
                <a:cs typeface="Bitstream Charter"/>
              </a:defRPr>
            </a:pPr>
            <a:r>
              <a:rPr sz="1200" b="1">
                <a:solidFill>
                  <a:srgbClr val="E76F51"/>
                </a:solidFill>
                <a:latin typeface="Bitstream Charter"/>
                <a:ea typeface="Bitstream Charter"/>
                <a:cs typeface="Bitstream Charter"/>
              </a:rPr>
              <a:t>Methodological risk</a:t>
            </a:r>
          </a:p>
        </p:txBody>
      </p:sp>
      <p:sp>
        <p:nvSpPr>
          <p:cNvPr id="8" name="">
            <a:extLst xmlns:a="http://schemas.openxmlformats.org/drawingml/2006/main">
              <a:ext uri="{FF2B5EF4-FFF2-40B4-BE49-F238E27FC236}">
                <a16:creationId xmlns:a16="http://schemas.microsoft.com/office/drawing/2014/main" id="{E6093D61-13CA-4E19-8C0C-A12661616AEA}"/>
              </a:ext>
            </a:extLst>
          </p:cNvPr>
          <p:cNvSpPr>
            <a:spLocks xmlns:a="http://schemas.openxmlformats.org/drawingml/2006/main" noGrp="1"/>
          </p:cNvSpPr>
          <p:nvPr/>
        </p:nvSpPr>
        <p:spPr>
          <a:xfrm xmlns:a="http://schemas.openxmlformats.org/drawingml/2006/main">
            <a:off x="714375" y="18097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B3A"/>
                </a:solidFill>
                <a:latin typeface="Bitstream Charter"/>
                <a:ea typeface="Bitstream Charter"/>
                <a:cs typeface="Bitstream Charter"/>
              </a:defRPr>
            </a:pPr>
            <a:r>
              <a:rPr sz="1350" b="1">
                <a:solidFill>
                  <a:srgbClr val="172B3A"/>
                </a:solidFill>
                <a:latin typeface="Bitstream Charter"/>
                <a:ea typeface="Bitstream Charter"/>
                <a:cs typeface="Bitstream Charter"/>
              </a:rPr>
              <a:t>Crop nowcast</a:t>
            </a:r>
          </a:p>
        </p:txBody>
      </p:sp>
      <p:sp>
        <p:nvSpPr>
          <p:cNvPr id="9" name="">
            <a:extLst xmlns:a="http://schemas.openxmlformats.org/drawingml/2006/main">
              <a:ext uri="{FF2B5EF4-FFF2-40B4-BE49-F238E27FC236}">
                <a16:creationId xmlns:a16="http://schemas.microsoft.com/office/drawing/2014/main" id="{1CCB03E9-BBD0-44FB-AB34-569A3217AD65}"/>
              </a:ext>
            </a:extLst>
          </p:cNvPr>
          <p:cNvSpPr>
            <a:spLocks xmlns:a="http://schemas.openxmlformats.org/drawingml/2006/main" noGrp="1"/>
          </p:cNvSpPr>
          <p:nvPr/>
        </p:nvSpPr>
        <p:spPr>
          <a:xfrm xmlns:a="http://schemas.openxmlformats.org/drawingml/2006/main">
            <a:off x="3905250" y="18478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6DCBB3-A204-4F2F-8A06-D63F48158FAB}"/>
              </a:ext>
            </a:extLst>
          </p:cNvPr>
          <p:cNvSpPr>
            <a:spLocks xmlns:a="http://schemas.openxmlformats.org/drawingml/2006/main" noGrp="1"/>
          </p:cNvSpPr>
          <p:nvPr/>
        </p:nvSpPr>
        <p:spPr>
          <a:xfrm xmlns:a="http://schemas.openxmlformats.org/drawingml/2006/main">
            <a:off x="5905500" y="18478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6D0B07-E5B3-4CB8-B940-8109EA2554A7}"/>
              </a:ext>
            </a:extLst>
          </p:cNvPr>
          <p:cNvSpPr>
            <a:spLocks xmlns:a="http://schemas.openxmlformats.org/drawingml/2006/main" noGrp="1"/>
          </p:cNvSpPr>
          <p:nvPr/>
        </p:nvSpPr>
        <p:spPr>
          <a:xfrm xmlns:a="http://schemas.openxmlformats.org/drawingml/2006/main">
            <a:off x="4152900" y="18478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DB9ECE-343D-453C-AE56-9AF28E026C87}"/>
              </a:ext>
            </a:extLst>
          </p:cNvPr>
          <p:cNvSpPr>
            <a:spLocks xmlns:a="http://schemas.openxmlformats.org/drawingml/2006/main" noGrp="1"/>
          </p:cNvSpPr>
          <p:nvPr/>
        </p:nvSpPr>
        <p:spPr>
          <a:xfrm xmlns:a="http://schemas.openxmlformats.org/drawingml/2006/main">
            <a:off x="6153150" y="18478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F05CBA6-CFDE-4AA4-A5F3-1888F37C2889}"/>
              </a:ext>
            </a:extLst>
          </p:cNvPr>
          <p:cNvSpPr>
            <a:spLocks xmlns:a="http://schemas.openxmlformats.org/drawingml/2006/main" noGrp="1"/>
          </p:cNvSpPr>
          <p:nvPr/>
        </p:nvSpPr>
        <p:spPr>
          <a:xfrm xmlns:a="http://schemas.openxmlformats.org/drawingml/2006/main">
            <a:off x="4400550" y="18478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EE0B5FB-084C-4EF0-9FA0-89A219F05CAA}"/>
              </a:ext>
            </a:extLst>
          </p:cNvPr>
          <p:cNvSpPr>
            <a:spLocks xmlns:a="http://schemas.openxmlformats.org/drawingml/2006/main" noGrp="1"/>
          </p:cNvSpPr>
          <p:nvPr/>
        </p:nvSpPr>
        <p:spPr>
          <a:xfrm xmlns:a="http://schemas.openxmlformats.org/drawingml/2006/main">
            <a:off x="6400800" y="18478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45663B5-56B2-4FC7-A5CA-A889F03653DA}"/>
              </a:ext>
            </a:extLst>
          </p:cNvPr>
          <p:cNvSpPr>
            <a:spLocks xmlns:a="http://schemas.openxmlformats.org/drawingml/2006/main" noGrp="1"/>
          </p:cNvSpPr>
          <p:nvPr/>
        </p:nvSpPr>
        <p:spPr>
          <a:xfrm xmlns:a="http://schemas.openxmlformats.org/drawingml/2006/main">
            <a:off x="4648200" y="18478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AB73624-0F99-4760-A434-B3F4A298E82E}"/>
              </a:ext>
            </a:extLst>
          </p:cNvPr>
          <p:cNvSpPr>
            <a:spLocks xmlns:a="http://schemas.openxmlformats.org/drawingml/2006/main" noGrp="1"/>
          </p:cNvSpPr>
          <p:nvPr/>
        </p:nvSpPr>
        <p:spPr>
          <a:xfrm xmlns:a="http://schemas.openxmlformats.org/drawingml/2006/main">
            <a:off x="6648450" y="18478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BF78910-B921-4598-9173-565E004ADCA9}"/>
              </a:ext>
            </a:extLst>
          </p:cNvPr>
          <p:cNvSpPr>
            <a:spLocks xmlns:a="http://schemas.openxmlformats.org/drawingml/2006/main" noGrp="1"/>
          </p:cNvSpPr>
          <p:nvPr/>
        </p:nvSpPr>
        <p:spPr>
          <a:xfrm xmlns:a="http://schemas.openxmlformats.org/drawingml/2006/main">
            <a:off x="4895850" y="18478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33691CA-595F-4F27-ACD8-E8E8103588FC}"/>
              </a:ext>
            </a:extLst>
          </p:cNvPr>
          <p:cNvSpPr>
            <a:spLocks xmlns:a="http://schemas.openxmlformats.org/drawingml/2006/main" noGrp="1"/>
          </p:cNvSpPr>
          <p:nvPr/>
        </p:nvSpPr>
        <p:spPr>
          <a:xfrm xmlns:a="http://schemas.openxmlformats.org/drawingml/2006/main">
            <a:off x="6896100" y="18478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C5FE88F-F80C-4E3F-B6AC-B699F0B76499}"/>
              </a:ext>
            </a:extLst>
          </p:cNvPr>
          <p:cNvSpPr>
            <a:spLocks xmlns:a="http://schemas.openxmlformats.org/drawingml/2006/main" noGrp="1"/>
          </p:cNvSpPr>
          <p:nvPr/>
        </p:nvSpPr>
        <p:spPr>
          <a:xfrm xmlns:a="http://schemas.openxmlformats.org/drawingml/2006/main">
            <a:off x="714375" y="2495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B3A"/>
                </a:solidFill>
                <a:latin typeface="Bitstream Charter"/>
                <a:ea typeface="Bitstream Charter"/>
                <a:cs typeface="Bitstream Charter"/>
              </a:defRPr>
            </a:pPr>
            <a:r>
              <a:rPr sz="1350" b="1">
                <a:solidFill>
                  <a:srgbClr val="172B3A"/>
                </a:solidFill>
                <a:latin typeface="Bitstream Charter"/>
                <a:ea typeface="Bitstream Charter"/>
                <a:cs typeface="Bitstream Charter"/>
              </a:rPr>
              <a:t>Estimate reconciliation</a:t>
            </a:r>
          </a:p>
        </p:txBody>
      </p:sp>
      <p:sp>
        <p:nvSpPr>
          <p:cNvPr id="20" name="">
            <a:extLst xmlns:a="http://schemas.openxmlformats.org/drawingml/2006/main">
              <a:ext uri="{FF2B5EF4-FFF2-40B4-BE49-F238E27FC236}">
                <a16:creationId xmlns:a16="http://schemas.microsoft.com/office/drawing/2014/main" id="{1EDFF1B9-B94D-4D2B-BB8E-FFD1F89207A7}"/>
              </a:ext>
            </a:extLst>
          </p:cNvPr>
          <p:cNvSpPr>
            <a:spLocks xmlns:a="http://schemas.openxmlformats.org/drawingml/2006/main" noGrp="1"/>
          </p:cNvSpPr>
          <p:nvPr/>
        </p:nvSpPr>
        <p:spPr>
          <a:xfrm xmlns:a="http://schemas.openxmlformats.org/drawingml/2006/main">
            <a:off x="3905250" y="25336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07B4271-A7B9-41E2-A846-D7F6EE1BBAFA}"/>
              </a:ext>
            </a:extLst>
          </p:cNvPr>
          <p:cNvSpPr>
            <a:spLocks xmlns:a="http://schemas.openxmlformats.org/drawingml/2006/main" noGrp="1"/>
          </p:cNvSpPr>
          <p:nvPr/>
        </p:nvSpPr>
        <p:spPr>
          <a:xfrm xmlns:a="http://schemas.openxmlformats.org/drawingml/2006/main">
            <a:off x="5905500" y="25336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A5E8C8E-A8A8-497D-AD9F-4B998C0A4786}"/>
              </a:ext>
            </a:extLst>
          </p:cNvPr>
          <p:cNvSpPr>
            <a:spLocks xmlns:a="http://schemas.openxmlformats.org/drawingml/2006/main" noGrp="1"/>
          </p:cNvSpPr>
          <p:nvPr/>
        </p:nvSpPr>
        <p:spPr>
          <a:xfrm xmlns:a="http://schemas.openxmlformats.org/drawingml/2006/main">
            <a:off x="4152900" y="25336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E81CAC9-4E36-4AEE-A529-92F2A82602BF}"/>
              </a:ext>
            </a:extLst>
          </p:cNvPr>
          <p:cNvSpPr>
            <a:spLocks xmlns:a="http://schemas.openxmlformats.org/drawingml/2006/main" noGrp="1"/>
          </p:cNvSpPr>
          <p:nvPr/>
        </p:nvSpPr>
        <p:spPr>
          <a:xfrm xmlns:a="http://schemas.openxmlformats.org/drawingml/2006/main">
            <a:off x="6153150" y="25336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97E69D4-ADA3-4E00-8EE4-066CD57A09A5}"/>
              </a:ext>
            </a:extLst>
          </p:cNvPr>
          <p:cNvSpPr>
            <a:spLocks xmlns:a="http://schemas.openxmlformats.org/drawingml/2006/main" noGrp="1"/>
          </p:cNvSpPr>
          <p:nvPr/>
        </p:nvSpPr>
        <p:spPr>
          <a:xfrm xmlns:a="http://schemas.openxmlformats.org/drawingml/2006/main">
            <a:off x="4400550" y="25336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85F8671-C068-4F22-AC7F-14C495EBF7DA}"/>
              </a:ext>
            </a:extLst>
          </p:cNvPr>
          <p:cNvSpPr>
            <a:spLocks xmlns:a="http://schemas.openxmlformats.org/drawingml/2006/main" noGrp="1"/>
          </p:cNvSpPr>
          <p:nvPr/>
        </p:nvSpPr>
        <p:spPr>
          <a:xfrm xmlns:a="http://schemas.openxmlformats.org/drawingml/2006/main">
            <a:off x="6400800" y="25336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1E12336-2656-4DCA-82C5-3A95D845AC66}"/>
              </a:ext>
            </a:extLst>
          </p:cNvPr>
          <p:cNvSpPr>
            <a:spLocks xmlns:a="http://schemas.openxmlformats.org/drawingml/2006/main" noGrp="1"/>
          </p:cNvSpPr>
          <p:nvPr/>
        </p:nvSpPr>
        <p:spPr>
          <a:xfrm xmlns:a="http://schemas.openxmlformats.org/drawingml/2006/main">
            <a:off x="4648200" y="25336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9DE40D9-4B93-410A-985E-A4670D0F94C0}"/>
              </a:ext>
            </a:extLst>
          </p:cNvPr>
          <p:cNvSpPr>
            <a:spLocks xmlns:a="http://schemas.openxmlformats.org/drawingml/2006/main" noGrp="1"/>
          </p:cNvSpPr>
          <p:nvPr/>
        </p:nvSpPr>
        <p:spPr>
          <a:xfrm xmlns:a="http://schemas.openxmlformats.org/drawingml/2006/main">
            <a:off x="6648450" y="25336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F6DDC1B-D46E-4EFC-945B-483DB5F08A64}"/>
              </a:ext>
            </a:extLst>
          </p:cNvPr>
          <p:cNvSpPr>
            <a:spLocks xmlns:a="http://schemas.openxmlformats.org/drawingml/2006/main" noGrp="1"/>
          </p:cNvSpPr>
          <p:nvPr/>
        </p:nvSpPr>
        <p:spPr>
          <a:xfrm xmlns:a="http://schemas.openxmlformats.org/drawingml/2006/main">
            <a:off x="4895850" y="25336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7A87901-7746-4869-8990-52E269E24A16}"/>
              </a:ext>
            </a:extLst>
          </p:cNvPr>
          <p:cNvSpPr>
            <a:spLocks xmlns:a="http://schemas.openxmlformats.org/drawingml/2006/main" noGrp="1"/>
          </p:cNvSpPr>
          <p:nvPr/>
        </p:nvSpPr>
        <p:spPr>
          <a:xfrm xmlns:a="http://schemas.openxmlformats.org/drawingml/2006/main">
            <a:off x="6896100" y="2533650"/>
            <a:ext cx="190500" cy="190500"/>
          </a:xfrm>
          <a:prstGeom xmlns:a="http://schemas.openxmlformats.org/drawingml/2006/main" prst="roundRect">
            <a:avLst>
              <a:gd name="adj" fmla="val 40000"/>
            </a:avLst>
          </a:prstGeom>
          <a:solidFill xmlns:a="http://schemas.openxmlformats.org/drawingml/2006/main">
            <a:srgbClr val="F3DED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2EA630B-87E8-450A-BBD2-2A263E0F407E}"/>
              </a:ext>
            </a:extLst>
          </p:cNvPr>
          <p:cNvSpPr>
            <a:spLocks xmlns:a="http://schemas.openxmlformats.org/drawingml/2006/main" noGrp="1"/>
          </p:cNvSpPr>
          <p:nvPr/>
        </p:nvSpPr>
        <p:spPr>
          <a:xfrm xmlns:a="http://schemas.openxmlformats.org/drawingml/2006/main">
            <a:off x="714375" y="31813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B3A"/>
                </a:solidFill>
                <a:latin typeface="Bitstream Charter"/>
                <a:ea typeface="Bitstream Charter"/>
                <a:cs typeface="Bitstream Charter"/>
              </a:defRPr>
            </a:pPr>
            <a:r>
              <a:rPr sz="1350" b="1">
                <a:solidFill>
                  <a:srgbClr val="172B3A"/>
                </a:solidFill>
                <a:latin typeface="Bitstream Charter"/>
                <a:ea typeface="Bitstream Charter"/>
                <a:cs typeface="Bitstream Charter"/>
              </a:rPr>
              <a:t>Frame update</a:t>
            </a:r>
          </a:p>
        </p:txBody>
      </p:sp>
      <p:sp>
        <p:nvSpPr>
          <p:cNvPr id="31" name="">
            <a:extLst xmlns:a="http://schemas.openxmlformats.org/drawingml/2006/main">
              <a:ext uri="{FF2B5EF4-FFF2-40B4-BE49-F238E27FC236}">
                <a16:creationId xmlns:a16="http://schemas.microsoft.com/office/drawing/2014/main" id="{BB8C560C-825E-4D18-8A9B-313335812F8C}"/>
              </a:ext>
            </a:extLst>
          </p:cNvPr>
          <p:cNvSpPr>
            <a:spLocks xmlns:a="http://schemas.openxmlformats.org/drawingml/2006/main" noGrp="1"/>
          </p:cNvSpPr>
          <p:nvPr/>
        </p:nvSpPr>
        <p:spPr>
          <a:xfrm xmlns:a="http://schemas.openxmlformats.org/drawingml/2006/main">
            <a:off x="3905250" y="32194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C24E062-EBB8-4E38-8790-1FA2891DD00F}"/>
              </a:ext>
            </a:extLst>
          </p:cNvPr>
          <p:cNvSpPr>
            <a:spLocks xmlns:a="http://schemas.openxmlformats.org/drawingml/2006/main" noGrp="1"/>
          </p:cNvSpPr>
          <p:nvPr/>
        </p:nvSpPr>
        <p:spPr>
          <a:xfrm xmlns:a="http://schemas.openxmlformats.org/drawingml/2006/main">
            <a:off x="5905500" y="32194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BED36E3-287B-422A-9F00-9E866D969E2B}"/>
              </a:ext>
            </a:extLst>
          </p:cNvPr>
          <p:cNvSpPr>
            <a:spLocks xmlns:a="http://schemas.openxmlformats.org/drawingml/2006/main" noGrp="1"/>
          </p:cNvSpPr>
          <p:nvPr/>
        </p:nvSpPr>
        <p:spPr>
          <a:xfrm xmlns:a="http://schemas.openxmlformats.org/drawingml/2006/main">
            <a:off x="4152900" y="32194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0707A2C-D593-4A0D-9A46-15E1AB814342}"/>
              </a:ext>
            </a:extLst>
          </p:cNvPr>
          <p:cNvSpPr>
            <a:spLocks xmlns:a="http://schemas.openxmlformats.org/drawingml/2006/main" noGrp="1"/>
          </p:cNvSpPr>
          <p:nvPr/>
        </p:nvSpPr>
        <p:spPr>
          <a:xfrm xmlns:a="http://schemas.openxmlformats.org/drawingml/2006/main">
            <a:off x="6153150" y="32194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AC97403-CFB8-4B62-8F97-752CBCDF6AA4}"/>
              </a:ext>
            </a:extLst>
          </p:cNvPr>
          <p:cNvSpPr>
            <a:spLocks xmlns:a="http://schemas.openxmlformats.org/drawingml/2006/main" noGrp="1"/>
          </p:cNvSpPr>
          <p:nvPr/>
        </p:nvSpPr>
        <p:spPr>
          <a:xfrm xmlns:a="http://schemas.openxmlformats.org/drawingml/2006/main">
            <a:off x="4400550" y="32194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B439F9C-61F6-4C04-9B72-8074559B7B88}"/>
              </a:ext>
            </a:extLst>
          </p:cNvPr>
          <p:cNvSpPr>
            <a:spLocks xmlns:a="http://schemas.openxmlformats.org/drawingml/2006/main" noGrp="1"/>
          </p:cNvSpPr>
          <p:nvPr/>
        </p:nvSpPr>
        <p:spPr>
          <a:xfrm xmlns:a="http://schemas.openxmlformats.org/drawingml/2006/main">
            <a:off x="6400800" y="32194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7EEBBEA-3756-4778-B2D8-5708A273535B}"/>
              </a:ext>
            </a:extLst>
          </p:cNvPr>
          <p:cNvSpPr>
            <a:spLocks xmlns:a="http://schemas.openxmlformats.org/drawingml/2006/main" noGrp="1"/>
          </p:cNvSpPr>
          <p:nvPr/>
        </p:nvSpPr>
        <p:spPr>
          <a:xfrm xmlns:a="http://schemas.openxmlformats.org/drawingml/2006/main">
            <a:off x="4648200" y="32194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C00C249-F339-4AF2-8568-D59B7874D465}"/>
              </a:ext>
            </a:extLst>
          </p:cNvPr>
          <p:cNvSpPr>
            <a:spLocks xmlns:a="http://schemas.openxmlformats.org/drawingml/2006/main" noGrp="1"/>
          </p:cNvSpPr>
          <p:nvPr/>
        </p:nvSpPr>
        <p:spPr>
          <a:xfrm xmlns:a="http://schemas.openxmlformats.org/drawingml/2006/main">
            <a:off x="6648450" y="32194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169F10B-AA7A-46A1-8F5F-4D3E95EC370F}"/>
              </a:ext>
            </a:extLst>
          </p:cNvPr>
          <p:cNvSpPr>
            <a:spLocks xmlns:a="http://schemas.openxmlformats.org/drawingml/2006/main" noGrp="1"/>
          </p:cNvSpPr>
          <p:nvPr/>
        </p:nvSpPr>
        <p:spPr>
          <a:xfrm xmlns:a="http://schemas.openxmlformats.org/drawingml/2006/main">
            <a:off x="4895850" y="32194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E734E59-1402-4C28-963E-7FBC8665FF16}"/>
              </a:ext>
            </a:extLst>
          </p:cNvPr>
          <p:cNvSpPr>
            <a:spLocks xmlns:a="http://schemas.openxmlformats.org/drawingml/2006/main" noGrp="1"/>
          </p:cNvSpPr>
          <p:nvPr/>
        </p:nvSpPr>
        <p:spPr>
          <a:xfrm xmlns:a="http://schemas.openxmlformats.org/drawingml/2006/main">
            <a:off x="6896100" y="32194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F11079E-95A5-4E70-8899-60CB76C653AE}"/>
              </a:ext>
            </a:extLst>
          </p:cNvPr>
          <p:cNvSpPr>
            <a:spLocks xmlns:a="http://schemas.openxmlformats.org/drawingml/2006/main" noGrp="1"/>
          </p:cNvSpPr>
          <p:nvPr/>
        </p:nvSpPr>
        <p:spPr>
          <a:xfrm xmlns:a="http://schemas.openxmlformats.org/drawingml/2006/main">
            <a:off x="714375" y="38671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B3A"/>
                </a:solidFill>
                <a:latin typeface="Bitstream Charter"/>
                <a:ea typeface="Bitstream Charter"/>
                <a:cs typeface="Bitstream Charter"/>
              </a:defRPr>
            </a:pPr>
            <a:r>
              <a:rPr sz="1350" b="1">
                <a:solidFill>
                  <a:srgbClr val="172B3A"/>
                </a:solidFill>
                <a:latin typeface="Bitstream Charter"/>
                <a:ea typeface="Bitstream Charter"/>
                <a:cs typeface="Bitstream Charter"/>
              </a:rPr>
              <a:t>Stress detection</a:t>
            </a:r>
          </a:p>
        </p:txBody>
      </p:sp>
      <p:sp>
        <p:nvSpPr>
          <p:cNvPr id="42" name="">
            <a:extLst xmlns:a="http://schemas.openxmlformats.org/drawingml/2006/main">
              <a:ext uri="{FF2B5EF4-FFF2-40B4-BE49-F238E27FC236}">
                <a16:creationId xmlns:a16="http://schemas.microsoft.com/office/drawing/2014/main" id="{6EFE3297-9FEE-4936-A60A-7A06725B9620}"/>
              </a:ext>
            </a:extLst>
          </p:cNvPr>
          <p:cNvSpPr>
            <a:spLocks xmlns:a="http://schemas.openxmlformats.org/drawingml/2006/main" noGrp="1"/>
          </p:cNvSpPr>
          <p:nvPr/>
        </p:nvSpPr>
        <p:spPr>
          <a:xfrm xmlns:a="http://schemas.openxmlformats.org/drawingml/2006/main">
            <a:off x="3905250" y="39052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0C3E3EA-2639-4488-8324-B0F47718405E}"/>
              </a:ext>
            </a:extLst>
          </p:cNvPr>
          <p:cNvSpPr>
            <a:spLocks xmlns:a="http://schemas.openxmlformats.org/drawingml/2006/main" noGrp="1"/>
          </p:cNvSpPr>
          <p:nvPr/>
        </p:nvSpPr>
        <p:spPr>
          <a:xfrm xmlns:a="http://schemas.openxmlformats.org/drawingml/2006/main">
            <a:off x="5905500" y="39052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41AE7CE-209B-4180-8F07-EB3C24772863}"/>
              </a:ext>
            </a:extLst>
          </p:cNvPr>
          <p:cNvSpPr>
            <a:spLocks xmlns:a="http://schemas.openxmlformats.org/drawingml/2006/main" noGrp="1"/>
          </p:cNvSpPr>
          <p:nvPr/>
        </p:nvSpPr>
        <p:spPr>
          <a:xfrm xmlns:a="http://schemas.openxmlformats.org/drawingml/2006/main">
            <a:off x="4152900" y="39052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8C678385-3AAF-4752-AC7A-3E1D909AD743}"/>
              </a:ext>
            </a:extLst>
          </p:cNvPr>
          <p:cNvSpPr>
            <a:spLocks xmlns:a="http://schemas.openxmlformats.org/drawingml/2006/main" noGrp="1"/>
          </p:cNvSpPr>
          <p:nvPr/>
        </p:nvSpPr>
        <p:spPr>
          <a:xfrm xmlns:a="http://schemas.openxmlformats.org/drawingml/2006/main">
            <a:off x="6153150" y="39052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86E4A6C-E4DB-4376-A99A-B181A4C549EC}"/>
              </a:ext>
            </a:extLst>
          </p:cNvPr>
          <p:cNvSpPr>
            <a:spLocks xmlns:a="http://schemas.openxmlformats.org/drawingml/2006/main" noGrp="1"/>
          </p:cNvSpPr>
          <p:nvPr/>
        </p:nvSpPr>
        <p:spPr>
          <a:xfrm xmlns:a="http://schemas.openxmlformats.org/drawingml/2006/main">
            <a:off x="4400550" y="39052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EC56E51-66DF-4908-AD1E-252A04033FA8}"/>
              </a:ext>
            </a:extLst>
          </p:cNvPr>
          <p:cNvSpPr>
            <a:spLocks xmlns:a="http://schemas.openxmlformats.org/drawingml/2006/main" noGrp="1"/>
          </p:cNvSpPr>
          <p:nvPr/>
        </p:nvSpPr>
        <p:spPr>
          <a:xfrm xmlns:a="http://schemas.openxmlformats.org/drawingml/2006/main">
            <a:off x="6400800" y="39052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EDD3A39-2F6B-4EE5-9F47-F6E869D43C52}"/>
              </a:ext>
            </a:extLst>
          </p:cNvPr>
          <p:cNvSpPr>
            <a:spLocks xmlns:a="http://schemas.openxmlformats.org/drawingml/2006/main" noGrp="1"/>
          </p:cNvSpPr>
          <p:nvPr/>
        </p:nvSpPr>
        <p:spPr>
          <a:xfrm xmlns:a="http://schemas.openxmlformats.org/drawingml/2006/main">
            <a:off x="4648200" y="39052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0CE1485-41BB-4D1D-AC3F-B315884EDDFF}"/>
              </a:ext>
            </a:extLst>
          </p:cNvPr>
          <p:cNvSpPr>
            <a:spLocks xmlns:a="http://schemas.openxmlformats.org/drawingml/2006/main" noGrp="1"/>
          </p:cNvSpPr>
          <p:nvPr/>
        </p:nvSpPr>
        <p:spPr>
          <a:xfrm xmlns:a="http://schemas.openxmlformats.org/drawingml/2006/main">
            <a:off x="6648450" y="39052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77708F1-A264-49AD-9E98-F98FE968574D}"/>
              </a:ext>
            </a:extLst>
          </p:cNvPr>
          <p:cNvSpPr>
            <a:spLocks xmlns:a="http://schemas.openxmlformats.org/drawingml/2006/main" noGrp="1"/>
          </p:cNvSpPr>
          <p:nvPr/>
        </p:nvSpPr>
        <p:spPr>
          <a:xfrm xmlns:a="http://schemas.openxmlformats.org/drawingml/2006/main">
            <a:off x="4895850" y="39052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07A181A-F8C4-4931-A5C4-EAF87AA7C5BA}"/>
              </a:ext>
            </a:extLst>
          </p:cNvPr>
          <p:cNvSpPr>
            <a:spLocks xmlns:a="http://schemas.openxmlformats.org/drawingml/2006/main" noGrp="1"/>
          </p:cNvSpPr>
          <p:nvPr/>
        </p:nvSpPr>
        <p:spPr>
          <a:xfrm xmlns:a="http://schemas.openxmlformats.org/drawingml/2006/main">
            <a:off x="6896100" y="3905250"/>
            <a:ext cx="190500" cy="190500"/>
          </a:xfrm>
          <a:prstGeom xmlns:a="http://schemas.openxmlformats.org/drawingml/2006/main" prst="roundRect">
            <a:avLst>
              <a:gd name="adj" fmla="val 40000"/>
            </a:avLst>
          </a:prstGeom>
          <a:solidFill xmlns:a="http://schemas.openxmlformats.org/drawingml/2006/main">
            <a:srgbClr val="F3DED7"/>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5D34A5F-B4FE-41EE-9CFF-91586F81D435}"/>
              </a:ext>
            </a:extLst>
          </p:cNvPr>
          <p:cNvSpPr>
            <a:spLocks xmlns:a="http://schemas.openxmlformats.org/drawingml/2006/main" noGrp="1"/>
          </p:cNvSpPr>
          <p:nvPr/>
        </p:nvSpPr>
        <p:spPr>
          <a:xfrm xmlns:a="http://schemas.openxmlformats.org/drawingml/2006/main">
            <a:off x="714375" y="45529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B3A"/>
                </a:solidFill>
                <a:latin typeface="Bitstream Charter"/>
                <a:ea typeface="Bitstream Charter"/>
                <a:cs typeface="Bitstream Charter"/>
              </a:defRPr>
            </a:pPr>
            <a:r>
              <a:rPr sz="1350" b="1">
                <a:solidFill>
                  <a:srgbClr val="172B3A"/>
                </a:solidFill>
                <a:latin typeface="Bitstream Charter"/>
                <a:ea typeface="Bitstream Charter"/>
                <a:cs typeface="Bitstream Charter"/>
              </a:rPr>
              <a:t>Irrigation gaps</a:t>
            </a:r>
          </a:p>
        </p:txBody>
      </p:sp>
      <p:sp>
        <p:nvSpPr>
          <p:cNvPr id="53" name="">
            <a:extLst xmlns:a="http://schemas.openxmlformats.org/drawingml/2006/main">
              <a:ext uri="{FF2B5EF4-FFF2-40B4-BE49-F238E27FC236}">
                <a16:creationId xmlns:a16="http://schemas.microsoft.com/office/drawing/2014/main" id="{317FB610-B836-49C0-BD59-36214637D825}"/>
              </a:ext>
            </a:extLst>
          </p:cNvPr>
          <p:cNvSpPr>
            <a:spLocks xmlns:a="http://schemas.openxmlformats.org/drawingml/2006/main" noGrp="1"/>
          </p:cNvSpPr>
          <p:nvPr/>
        </p:nvSpPr>
        <p:spPr>
          <a:xfrm xmlns:a="http://schemas.openxmlformats.org/drawingml/2006/main">
            <a:off x="3905250" y="45910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A51A6D59-DC96-4D39-A8D4-E0EBAD4BBE9D}"/>
              </a:ext>
            </a:extLst>
          </p:cNvPr>
          <p:cNvSpPr>
            <a:spLocks xmlns:a="http://schemas.openxmlformats.org/drawingml/2006/main" noGrp="1"/>
          </p:cNvSpPr>
          <p:nvPr/>
        </p:nvSpPr>
        <p:spPr>
          <a:xfrm xmlns:a="http://schemas.openxmlformats.org/drawingml/2006/main">
            <a:off x="5905500" y="45910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65A0252-11A6-440A-9D54-5CE07B34F1D6}"/>
              </a:ext>
            </a:extLst>
          </p:cNvPr>
          <p:cNvSpPr>
            <a:spLocks xmlns:a="http://schemas.openxmlformats.org/drawingml/2006/main" noGrp="1"/>
          </p:cNvSpPr>
          <p:nvPr/>
        </p:nvSpPr>
        <p:spPr>
          <a:xfrm xmlns:a="http://schemas.openxmlformats.org/drawingml/2006/main">
            <a:off x="4152900" y="4591050"/>
            <a:ext cx="190500" cy="190500"/>
          </a:xfrm>
          <a:prstGeom xmlns:a="http://schemas.openxmlformats.org/drawingml/2006/main" prst="roundRect">
            <a:avLst>
              <a:gd name="adj" fmla="val 40000"/>
            </a:avLst>
          </a:prstGeom>
          <a:solidFill xmlns:a="http://schemas.openxmlformats.org/drawingml/2006/main">
            <a:srgbClr val="2A9D8F"/>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6114F73-C12D-48F3-82EE-50F97116EA78}"/>
              </a:ext>
            </a:extLst>
          </p:cNvPr>
          <p:cNvSpPr>
            <a:spLocks xmlns:a="http://schemas.openxmlformats.org/drawingml/2006/main" noGrp="1"/>
          </p:cNvSpPr>
          <p:nvPr/>
        </p:nvSpPr>
        <p:spPr>
          <a:xfrm xmlns:a="http://schemas.openxmlformats.org/drawingml/2006/main">
            <a:off x="6153150" y="45910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2AE1E40-B7DC-4F4A-9D26-0E9E1DD04D69}"/>
              </a:ext>
            </a:extLst>
          </p:cNvPr>
          <p:cNvSpPr>
            <a:spLocks xmlns:a="http://schemas.openxmlformats.org/drawingml/2006/main" noGrp="1"/>
          </p:cNvSpPr>
          <p:nvPr/>
        </p:nvSpPr>
        <p:spPr>
          <a:xfrm xmlns:a="http://schemas.openxmlformats.org/drawingml/2006/main">
            <a:off x="4400550" y="45910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EE18F96E-3324-40AF-8809-75CFCF9FDBE6}"/>
              </a:ext>
            </a:extLst>
          </p:cNvPr>
          <p:cNvSpPr>
            <a:spLocks xmlns:a="http://schemas.openxmlformats.org/drawingml/2006/main" noGrp="1"/>
          </p:cNvSpPr>
          <p:nvPr/>
        </p:nvSpPr>
        <p:spPr>
          <a:xfrm xmlns:a="http://schemas.openxmlformats.org/drawingml/2006/main">
            <a:off x="6400800" y="45910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5B61AFA6-63C3-48DB-96E2-EC2B05DB95C6}"/>
              </a:ext>
            </a:extLst>
          </p:cNvPr>
          <p:cNvSpPr>
            <a:spLocks xmlns:a="http://schemas.openxmlformats.org/drawingml/2006/main" noGrp="1"/>
          </p:cNvSpPr>
          <p:nvPr/>
        </p:nvSpPr>
        <p:spPr>
          <a:xfrm xmlns:a="http://schemas.openxmlformats.org/drawingml/2006/main">
            <a:off x="4648200" y="45910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9B358874-CCA8-41B5-9515-09C332EC7AF2}"/>
              </a:ext>
            </a:extLst>
          </p:cNvPr>
          <p:cNvSpPr>
            <a:spLocks xmlns:a="http://schemas.openxmlformats.org/drawingml/2006/main" noGrp="1"/>
          </p:cNvSpPr>
          <p:nvPr/>
        </p:nvSpPr>
        <p:spPr>
          <a:xfrm xmlns:a="http://schemas.openxmlformats.org/drawingml/2006/main">
            <a:off x="6648450" y="45910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C4F7EDC-3C74-4DA6-B583-42CF0FD7F85E}"/>
              </a:ext>
            </a:extLst>
          </p:cNvPr>
          <p:cNvSpPr>
            <a:spLocks xmlns:a="http://schemas.openxmlformats.org/drawingml/2006/main" noGrp="1"/>
          </p:cNvSpPr>
          <p:nvPr/>
        </p:nvSpPr>
        <p:spPr>
          <a:xfrm xmlns:a="http://schemas.openxmlformats.org/drawingml/2006/main">
            <a:off x="4895850" y="4591050"/>
            <a:ext cx="190500" cy="190500"/>
          </a:xfrm>
          <a:prstGeom xmlns:a="http://schemas.openxmlformats.org/drawingml/2006/main" prst="roundRect">
            <a:avLst>
              <a:gd name="adj" fmla="val 40000"/>
            </a:avLst>
          </a:prstGeom>
          <a:solidFill xmlns:a="http://schemas.openxmlformats.org/drawingml/2006/main">
            <a:srgbClr val="DDE7EB"/>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50011B70-F954-4F52-8651-4729A8B381AC}"/>
              </a:ext>
            </a:extLst>
          </p:cNvPr>
          <p:cNvSpPr>
            <a:spLocks xmlns:a="http://schemas.openxmlformats.org/drawingml/2006/main" noGrp="1"/>
          </p:cNvSpPr>
          <p:nvPr/>
        </p:nvSpPr>
        <p:spPr>
          <a:xfrm xmlns:a="http://schemas.openxmlformats.org/drawingml/2006/main">
            <a:off x="6896100" y="4591050"/>
            <a:ext cx="190500" cy="190500"/>
          </a:xfrm>
          <a:prstGeom xmlns:a="http://schemas.openxmlformats.org/drawingml/2006/main" prst="roundRect">
            <a:avLst>
              <a:gd name="adj" fmla="val 40000"/>
            </a:avLst>
          </a:prstGeom>
          <a:solidFill xmlns:a="http://schemas.openxmlformats.org/drawingml/2006/main">
            <a:srgbClr val="E76F51"/>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B86B6020-88CA-49F6-9EAF-0CC7F7E70E4F}"/>
              </a:ext>
            </a:extLst>
          </p:cNvPr>
          <p:cNvSpPr>
            <a:spLocks xmlns:a="http://schemas.openxmlformats.org/drawingml/2006/main" noGrp="1"/>
          </p:cNvSpPr>
          <p:nvPr/>
        </p:nvSpPr>
        <p:spPr>
          <a:xfrm xmlns:a="http://schemas.openxmlformats.org/drawingml/2006/main">
            <a:off x="8286750" y="16668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E9C46A"/>
                </a:solidFill>
                <a:latin typeface="Bitstream Charter"/>
                <a:ea typeface="Bitstream Charter"/>
                <a:cs typeface="Bitstream Charter"/>
              </a:defRPr>
            </a:pPr>
            <a:r>
              <a:rPr sz="1500" b="1">
                <a:solidFill>
                  <a:srgbClr val="E9C46A"/>
                </a:solidFill>
                <a:latin typeface="Bitstream Charter"/>
                <a:ea typeface="Bitstream Charter"/>
                <a:cs typeface="Bitstream Charter"/>
              </a:rPr>
              <a:t>Observed pattern</a:t>
            </a:r>
          </a:p>
        </p:txBody>
      </p:sp>
      <p:sp>
        <p:nvSpPr>
          <p:cNvPr id="64" name="">
            <a:extLst xmlns:a="http://schemas.openxmlformats.org/drawingml/2006/main">
              <a:ext uri="{FF2B5EF4-FFF2-40B4-BE49-F238E27FC236}">
                <a16:creationId xmlns:a16="http://schemas.microsoft.com/office/drawing/2014/main" id="{9B68A807-A8CB-4600-8A10-70E7B3E3C87D}"/>
              </a:ext>
            </a:extLst>
          </p:cNvPr>
          <p:cNvSpPr>
            <a:spLocks xmlns:a="http://schemas.openxmlformats.org/drawingml/2006/main" noGrp="1"/>
          </p:cNvSpPr>
          <p:nvPr/>
        </p:nvSpPr>
        <p:spPr>
          <a:xfrm xmlns:a="http://schemas.openxmlformats.org/drawingml/2006/main">
            <a:off x="8191500" y="22383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2344D"/>
                </a:solidFill>
                <a:latin typeface="Bitstream Charter"/>
                <a:ea typeface="Bitstream Charter"/>
                <a:cs typeface="Bitstream Charter"/>
              </a:defRPr>
            </a:pPr>
            <a:r>
              <a:rPr sz="1875" b="1">
                <a:solidFill>
                  <a:srgbClr val="12344D"/>
                </a:solidFill>
                <a:latin typeface="Bitstream Charter"/>
                <a:ea typeface="Bitstream Charter"/>
                <a:cs typeface="Bitstream Charter"/>
              </a:rPr>
              <a:t>Readiness remains below risk for every opportunity.</a:t>
            </a:r>
          </a:p>
        </p:txBody>
      </p:sp>
      <p:sp>
        <p:nvSpPr>
          <p:cNvPr id="65" name="">
            <a:extLst xmlns:a="http://schemas.openxmlformats.org/drawingml/2006/main">
              <a:ext uri="{FF2B5EF4-FFF2-40B4-BE49-F238E27FC236}">
                <a16:creationId xmlns:a16="http://schemas.microsoft.com/office/drawing/2014/main" id="{E6B092A3-B692-40F5-8AA4-F065985DA81D}"/>
              </a:ext>
            </a:extLst>
          </p:cNvPr>
          <p:cNvSpPr>
            <a:spLocks xmlns:a="http://schemas.openxmlformats.org/drawingml/2006/main" noGrp="1"/>
          </p:cNvSpPr>
          <p:nvPr/>
        </p:nvSpPr>
        <p:spPr>
          <a:xfrm xmlns:a="http://schemas.openxmlformats.org/drawingml/2006/main">
            <a:off x="8143875" y="376237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72B3A"/>
                </a:solidFill>
                <a:latin typeface="Bitstream Charter"/>
                <a:ea typeface="Bitstream Charter"/>
                <a:cs typeface="Bitstream Charter"/>
              </a:defRPr>
            </a:pPr>
            <a:r>
              <a:rPr sz="1500" b="0">
                <a:solidFill>
                  <a:srgbClr val="172B3A"/>
                </a:solidFill>
                <a:latin typeface="Bitstream Charter"/>
                <a:ea typeface="Bitstream Charter"/>
                <a:cs typeface="Bitstream Charter"/>
              </a:rPr>
              <a:t>This evidence supports bounded pilots or foundational repair, not unrestricted automation.</a:t>
            </a:r>
          </a:p>
        </p:txBody>
      </p:sp>
    </p:spTree>
    <p:extLst>
      <p:ext uri="{BB962C8B-B14F-4D97-AF65-F5344CB8AC3E}">
        <p14:creationId xmlns:p14="http://schemas.microsoft.com/office/powerpoint/2010/main" val="197382871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2233D0E-BA75-4C08-8267-BDBBCCB335B1}"/>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BEAD4551-6D6E-4893-AB88-F8BE10874464}"/>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Disposition by opportunity</a:t>
            </a:r>
          </a:p>
        </p:txBody>
      </p:sp>
      <p:sp>
        <p:nvSpPr>
          <p:cNvPr id="3" name="">
            <a:extLst xmlns:a="http://schemas.openxmlformats.org/drawingml/2006/main">
              <a:ext uri="{FF2B5EF4-FFF2-40B4-BE49-F238E27FC236}">
                <a16:creationId xmlns:a16="http://schemas.microsoft.com/office/drawing/2014/main" id="{72C4E406-E6C7-4B3C-8D03-DC364AEEC78F}"/>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17DB6D-4982-4200-A3C5-BBFDEA7A655E}"/>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F09EAF73-3012-4B0C-A8C7-18EE168815FC}"/>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A3648428-0240-4306-838E-779EC5726885}"/>
              </a:ext>
            </a:extLst>
          </p:cNvPr>
          <p:cNvSpPr>
            <a:spLocks xmlns:a="http://schemas.openxmlformats.org/drawingml/2006/main" noGrp="1"/>
          </p:cNvSpPr>
          <p:nvPr/>
        </p:nvSpPr>
        <p:spPr>
          <a:xfrm xmlns:a="http://schemas.openxmlformats.org/drawingml/2006/main">
            <a:off x="857250" y="13811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44D"/>
                </a:solidFill>
                <a:latin typeface="Bitstream Charter"/>
                <a:ea typeface="Bitstream Charter"/>
                <a:cs typeface="Bitstream Charter"/>
              </a:defRPr>
            </a:pPr>
            <a:r>
              <a:rPr sz="1650" b="1">
                <a:solidFill>
                  <a:srgbClr val="12344D"/>
                </a:solidFill>
                <a:latin typeface="Bitstream Charter"/>
                <a:ea typeface="Bitstream Charter"/>
                <a:cs typeface="Bitstream Charter"/>
              </a:rPr>
              <a:t>Crop-condition nowcast</a:t>
            </a:r>
          </a:p>
        </p:txBody>
      </p:sp>
      <p:sp>
        <p:nvSpPr>
          <p:cNvPr id="7" name="">
            <a:extLst xmlns:a="http://schemas.openxmlformats.org/drawingml/2006/main">
              <a:ext uri="{FF2B5EF4-FFF2-40B4-BE49-F238E27FC236}">
                <a16:creationId xmlns:a16="http://schemas.microsoft.com/office/drawing/2014/main" id="{95C7BA0C-D2C7-4B1A-897D-0FC61FEE72FB}"/>
              </a:ext>
            </a:extLst>
          </p:cNvPr>
          <p:cNvSpPr>
            <a:spLocks xmlns:a="http://schemas.openxmlformats.org/drawingml/2006/main" noGrp="1"/>
          </p:cNvSpPr>
          <p:nvPr/>
        </p:nvSpPr>
        <p:spPr>
          <a:xfrm xmlns:a="http://schemas.openxmlformats.org/drawingml/2006/main">
            <a:off x="5286375" y="1362075"/>
            <a:ext cx="5572125" cy="495300"/>
          </a:xfrm>
          <a:prstGeom xmlns:a="http://schemas.openxmlformats.org/drawingml/2006/main" prst="roundRect">
            <a:avLst>
              <a:gd name="adj" fmla="val 15385"/>
            </a:avLst>
          </a:prstGeom>
          <a:solidFill xmlns:a="http://schemas.openxmlformats.org/drawingml/2006/main">
            <a:srgbClr val="2A9D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0455C7-E9B9-4669-AF7E-223F39412DBB}"/>
              </a:ext>
            </a:extLst>
          </p:cNvPr>
          <p:cNvSpPr>
            <a:spLocks xmlns:a="http://schemas.openxmlformats.org/drawingml/2006/main" noGrp="1"/>
          </p:cNvSpPr>
          <p:nvPr/>
        </p:nvSpPr>
        <p:spPr>
          <a:xfrm xmlns:a="http://schemas.openxmlformats.org/drawingml/2006/main">
            <a:off x="5476875" y="14001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Controlled pilot only</a:t>
            </a:r>
          </a:p>
        </p:txBody>
      </p:sp>
      <p:sp>
        <p:nvSpPr>
          <p:cNvPr id="9" name="">
            <a:extLst xmlns:a="http://schemas.openxmlformats.org/drawingml/2006/main">
              <a:ext uri="{FF2B5EF4-FFF2-40B4-BE49-F238E27FC236}">
                <a16:creationId xmlns:a16="http://schemas.microsoft.com/office/drawing/2014/main" id="{06C1A5D1-8E53-405B-B55E-16388A00D823}"/>
              </a:ext>
            </a:extLst>
          </p:cNvPr>
          <p:cNvSpPr>
            <a:spLocks xmlns:a="http://schemas.openxmlformats.org/drawingml/2006/main" noGrp="1"/>
          </p:cNvSpPr>
          <p:nvPr/>
        </p:nvSpPr>
        <p:spPr>
          <a:xfrm xmlns:a="http://schemas.openxmlformats.org/drawingml/2006/main">
            <a:off x="857250" y="22193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44D"/>
                </a:solidFill>
                <a:latin typeface="Bitstream Charter"/>
                <a:ea typeface="Bitstream Charter"/>
                <a:cs typeface="Bitstream Charter"/>
              </a:defRPr>
            </a:pPr>
            <a:r>
              <a:rPr sz="1650" b="1">
                <a:solidFill>
                  <a:srgbClr val="12344D"/>
                </a:solidFill>
                <a:latin typeface="Bitstream Charter"/>
                <a:ea typeface="Bitstream Charter"/>
                <a:cs typeface="Bitstream Charter"/>
              </a:rPr>
              <a:t>Estimate reconciliation</a:t>
            </a:r>
          </a:p>
        </p:txBody>
      </p:sp>
      <p:sp>
        <p:nvSpPr>
          <p:cNvPr id="10" name="">
            <a:extLst xmlns:a="http://schemas.openxmlformats.org/drawingml/2006/main">
              <a:ext uri="{FF2B5EF4-FFF2-40B4-BE49-F238E27FC236}">
                <a16:creationId xmlns:a16="http://schemas.microsoft.com/office/drawing/2014/main" id="{1422885D-270C-4576-927E-188BA7AEE237}"/>
              </a:ext>
            </a:extLst>
          </p:cNvPr>
          <p:cNvSpPr>
            <a:spLocks xmlns:a="http://schemas.openxmlformats.org/drawingml/2006/main" noGrp="1"/>
          </p:cNvSpPr>
          <p:nvPr/>
        </p:nvSpPr>
        <p:spPr>
          <a:xfrm xmlns:a="http://schemas.openxmlformats.org/drawingml/2006/main">
            <a:off x="5286375" y="2200275"/>
            <a:ext cx="5572125" cy="495300"/>
          </a:xfrm>
          <a:prstGeom xmlns:a="http://schemas.openxmlformats.org/drawingml/2006/main" prst="roundRect">
            <a:avLst>
              <a:gd name="adj" fmla="val 15385"/>
            </a:avLst>
          </a:prstGeom>
          <a:solidFill xmlns:a="http://schemas.openxmlformats.org/drawingml/2006/main">
            <a:srgbClr val="E9C46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01E83A-CC73-435D-AFCC-1F57FF7D1A12}"/>
              </a:ext>
            </a:extLst>
          </p:cNvPr>
          <p:cNvSpPr>
            <a:spLocks xmlns:a="http://schemas.openxmlformats.org/drawingml/2006/main" noGrp="1"/>
          </p:cNvSpPr>
          <p:nvPr/>
        </p:nvSpPr>
        <p:spPr>
          <a:xfrm xmlns:a="http://schemas.openxmlformats.org/drawingml/2006/main">
            <a:off x="5476875" y="22383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Metadata and provenance first</a:t>
            </a:r>
          </a:p>
        </p:txBody>
      </p:sp>
      <p:sp>
        <p:nvSpPr>
          <p:cNvPr id="12" name="">
            <a:extLst xmlns:a="http://schemas.openxmlformats.org/drawingml/2006/main">
              <a:ext uri="{FF2B5EF4-FFF2-40B4-BE49-F238E27FC236}">
                <a16:creationId xmlns:a16="http://schemas.microsoft.com/office/drawing/2014/main" id="{6EAA5FB1-A3DD-4016-ADDD-5EA64AE3438A}"/>
              </a:ext>
            </a:extLst>
          </p:cNvPr>
          <p:cNvSpPr>
            <a:spLocks xmlns:a="http://schemas.openxmlformats.org/drawingml/2006/main" noGrp="1"/>
          </p:cNvSpPr>
          <p:nvPr/>
        </p:nvSpPr>
        <p:spPr>
          <a:xfrm xmlns:a="http://schemas.openxmlformats.org/drawingml/2006/main">
            <a:off x="857250" y="30575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44D"/>
                </a:solidFill>
                <a:latin typeface="Bitstream Charter"/>
                <a:ea typeface="Bitstream Charter"/>
                <a:cs typeface="Bitstream Charter"/>
              </a:defRPr>
            </a:pPr>
            <a:r>
              <a:rPr sz="1650" b="1">
                <a:solidFill>
                  <a:srgbClr val="12344D"/>
                </a:solidFill>
                <a:latin typeface="Bitstream Charter"/>
                <a:ea typeface="Bitstream Charter"/>
                <a:cs typeface="Bitstream Charter"/>
              </a:rPr>
              <a:t>Holding-frame prioritization</a:t>
            </a:r>
          </a:p>
        </p:txBody>
      </p:sp>
      <p:sp>
        <p:nvSpPr>
          <p:cNvPr id="13" name="">
            <a:extLst xmlns:a="http://schemas.openxmlformats.org/drawingml/2006/main">
              <a:ext uri="{FF2B5EF4-FFF2-40B4-BE49-F238E27FC236}">
                <a16:creationId xmlns:a16="http://schemas.microsoft.com/office/drawing/2014/main" id="{EA95EE2E-33DD-4B15-AF1C-D422F6358C91}"/>
              </a:ext>
            </a:extLst>
          </p:cNvPr>
          <p:cNvSpPr>
            <a:spLocks xmlns:a="http://schemas.openxmlformats.org/drawingml/2006/main" noGrp="1"/>
          </p:cNvSpPr>
          <p:nvPr/>
        </p:nvSpPr>
        <p:spPr>
          <a:xfrm xmlns:a="http://schemas.openxmlformats.org/drawingml/2006/main">
            <a:off x="5286375" y="3038475"/>
            <a:ext cx="5572125" cy="495300"/>
          </a:xfrm>
          <a:prstGeom xmlns:a="http://schemas.openxmlformats.org/drawingml/2006/main" prst="roundRect">
            <a:avLst>
              <a:gd name="adj" fmla="val 15385"/>
            </a:avLst>
          </a:prstGeom>
          <a:solidFill xmlns:a="http://schemas.openxmlformats.org/drawingml/2006/main">
            <a:srgbClr val="1F6E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3FB5C64-C93D-4D86-BA2B-694927D4A633}"/>
              </a:ext>
            </a:extLst>
          </p:cNvPr>
          <p:cNvSpPr>
            <a:spLocks xmlns:a="http://schemas.openxmlformats.org/drawingml/2006/main" noGrp="1"/>
          </p:cNvSpPr>
          <p:nvPr/>
        </p:nvSpPr>
        <p:spPr>
          <a:xfrm xmlns:a="http://schemas.openxmlformats.org/drawingml/2006/main">
            <a:off x="5476875" y="30765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Research prototype</a:t>
            </a:r>
          </a:p>
        </p:txBody>
      </p:sp>
      <p:sp>
        <p:nvSpPr>
          <p:cNvPr id="15" name="">
            <a:extLst xmlns:a="http://schemas.openxmlformats.org/drawingml/2006/main">
              <a:ext uri="{FF2B5EF4-FFF2-40B4-BE49-F238E27FC236}">
                <a16:creationId xmlns:a16="http://schemas.microsoft.com/office/drawing/2014/main" id="{F89FB99B-406C-49F8-BB2A-E6763824C735}"/>
              </a:ext>
            </a:extLst>
          </p:cNvPr>
          <p:cNvSpPr>
            <a:spLocks xmlns:a="http://schemas.openxmlformats.org/drawingml/2006/main" noGrp="1"/>
          </p:cNvSpPr>
          <p:nvPr/>
        </p:nvSpPr>
        <p:spPr>
          <a:xfrm xmlns:a="http://schemas.openxmlformats.org/drawingml/2006/main">
            <a:off x="857250" y="38957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44D"/>
                </a:solidFill>
                <a:latin typeface="Bitstream Charter"/>
                <a:ea typeface="Bitstream Charter"/>
                <a:cs typeface="Bitstream Charter"/>
              </a:defRPr>
            </a:pPr>
            <a:r>
              <a:rPr sz="1650" b="1">
                <a:solidFill>
                  <a:srgbClr val="12344D"/>
                </a:solidFill>
                <a:latin typeface="Bitstream Charter"/>
                <a:ea typeface="Bitstream Charter"/>
                <a:cs typeface="Bitstream Charter"/>
              </a:rPr>
              <a:t>Crop-stress detection</a:t>
            </a:r>
          </a:p>
        </p:txBody>
      </p:sp>
      <p:sp>
        <p:nvSpPr>
          <p:cNvPr id="16" name="">
            <a:extLst xmlns:a="http://schemas.openxmlformats.org/drawingml/2006/main">
              <a:ext uri="{FF2B5EF4-FFF2-40B4-BE49-F238E27FC236}">
                <a16:creationId xmlns:a16="http://schemas.microsoft.com/office/drawing/2014/main" id="{181D8A07-536D-4648-B923-0D228DB98D4D}"/>
              </a:ext>
            </a:extLst>
          </p:cNvPr>
          <p:cNvSpPr>
            <a:spLocks xmlns:a="http://schemas.openxmlformats.org/drawingml/2006/main" noGrp="1"/>
          </p:cNvSpPr>
          <p:nvPr/>
        </p:nvSpPr>
        <p:spPr>
          <a:xfrm xmlns:a="http://schemas.openxmlformats.org/drawingml/2006/main">
            <a:off x="5286375" y="3876675"/>
            <a:ext cx="5572125" cy="495300"/>
          </a:xfrm>
          <a:prstGeom xmlns:a="http://schemas.openxmlformats.org/drawingml/2006/main" prst="roundRect">
            <a:avLst>
              <a:gd name="adj" fmla="val 15385"/>
            </a:avLst>
          </a:prstGeom>
          <a:solidFill xmlns:a="http://schemas.openxmlformats.org/drawingml/2006/main">
            <a:srgbClr val="2A9D8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5C0C367-469A-4CBD-A96B-591DACC7EDAA}"/>
              </a:ext>
            </a:extLst>
          </p:cNvPr>
          <p:cNvSpPr>
            <a:spLocks xmlns:a="http://schemas.openxmlformats.org/drawingml/2006/main" noGrp="1"/>
          </p:cNvSpPr>
          <p:nvPr/>
        </p:nvSpPr>
        <p:spPr>
          <a:xfrm xmlns:a="http://schemas.openxmlformats.org/drawingml/2006/main">
            <a:off x="5476875" y="39147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Controlled pilot only</a:t>
            </a:r>
          </a:p>
        </p:txBody>
      </p:sp>
      <p:sp>
        <p:nvSpPr>
          <p:cNvPr id="18" name="">
            <a:extLst xmlns:a="http://schemas.openxmlformats.org/drawingml/2006/main">
              <a:ext uri="{FF2B5EF4-FFF2-40B4-BE49-F238E27FC236}">
                <a16:creationId xmlns:a16="http://schemas.microsoft.com/office/drawing/2014/main" id="{69AFC9CD-145E-4446-BD86-B76F6D64DD32}"/>
              </a:ext>
            </a:extLst>
          </p:cNvPr>
          <p:cNvSpPr>
            <a:spLocks xmlns:a="http://schemas.openxmlformats.org/drawingml/2006/main" noGrp="1"/>
          </p:cNvSpPr>
          <p:nvPr/>
        </p:nvSpPr>
        <p:spPr>
          <a:xfrm xmlns:a="http://schemas.openxmlformats.org/drawingml/2006/main">
            <a:off x="857250" y="4733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44D"/>
                </a:solidFill>
                <a:latin typeface="Bitstream Charter"/>
                <a:ea typeface="Bitstream Charter"/>
                <a:cs typeface="Bitstream Charter"/>
              </a:defRPr>
            </a:pPr>
            <a:r>
              <a:rPr sz="1650" b="1">
                <a:solidFill>
                  <a:srgbClr val="12344D"/>
                </a:solidFill>
                <a:latin typeface="Bitstream Charter"/>
                <a:ea typeface="Bitstream Charter"/>
                <a:cs typeface="Bitstream Charter"/>
              </a:rPr>
              <a:t>Irrigation gap detection</a:t>
            </a:r>
          </a:p>
        </p:txBody>
      </p:sp>
      <p:sp>
        <p:nvSpPr>
          <p:cNvPr id="19" name="">
            <a:extLst xmlns:a="http://schemas.openxmlformats.org/drawingml/2006/main">
              <a:ext uri="{FF2B5EF4-FFF2-40B4-BE49-F238E27FC236}">
                <a16:creationId xmlns:a16="http://schemas.microsoft.com/office/drawing/2014/main" id="{0B9149C4-414A-4328-B704-3619D9A58404}"/>
              </a:ext>
            </a:extLst>
          </p:cNvPr>
          <p:cNvSpPr>
            <a:spLocks xmlns:a="http://schemas.openxmlformats.org/drawingml/2006/main" noGrp="1"/>
          </p:cNvSpPr>
          <p:nvPr/>
        </p:nvSpPr>
        <p:spPr>
          <a:xfrm xmlns:a="http://schemas.openxmlformats.org/drawingml/2006/main">
            <a:off x="5286375" y="4714875"/>
            <a:ext cx="5572125" cy="495300"/>
          </a:xfrm>
          <a:prstGeom xmlns:a="http://schemas.openxmlformats.org/drawingml/2006/main" prst="roundRect">
            <a:avLst>
              <a:gd name="adj" fmla="val 15385"/>
            </a:avLst>
          </a:prstGeom>
          <a:solidFill xmlns:a="http://schemas.openxmlformats.org/drawingml/2006/main">
            <a:srgbClr val="E76F5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8517C06-E4C5-4F8B-8FB7-16D6B24AD784}"/>
              </a:ext>
            </a:extLst>
          </p:cNvPr>
          <p:cNvSpPr>
            <a:spLocks xmlns:a="http://schemas.openxmlformats.org/drawingml/2006/main" noGrp="1"/>
          </p:cNvSpPr>
          <p:nvPr/>
        </p:nvSpPr>
        <p:spPr>
          <a:xfrm xmlns:a="http://schemas.openxmlformats.org/drawingml/2006/main">
            <a:off x="5476875" y="47529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Improve source data before automation</a:t>
            </a:r>
          </a:p>
        </p:txBody>
      </p:sp>
    </p:spTree>
    <p:extLst>
      <p:ext uri="{BB962C8B-B14F-4D97-AF65-F5344CB8AC3E}">
        <p14:creationId xmlns:p14="http://schemas.microsoft.com/office/powerpoint/2010/main" val="4535975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9210C4E-E379-47A1-B684-C20E1A619E37}"/>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3A6B0220-033E-4BCF-944B-DF537DAFD5F1}"/>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Controlled pilot boundary</a:t>
            </a:r>
          </a:p>
        </p:txBody>
      </p:sp>
      <p:sp>
        <p:nvSpPr>
          <p:cNvPr id="3" name="">
            <a:extLst xmlns:a="http://schemas.openxmlformats.org/drawingml/2006/main">
              <a:ext uri="{FF2B5EF4-FFF2-40B4-BE49-F238E27FC236}">
                <a16:creationId xmlns:a16="http://schemas.microsoft.com/office/drawing/2014/main" id="{6AE31E6D-B90B-4066-85C5-95727EB4E26E}"/>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5EC239-AFFB-429C-ABB9-789F1D3EFAE1}"/>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5D0C8390-519E-4D56-A61E-9822D0AA4B6C}"/>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F62533B4-DF18-4BF2-A372-CDD15723896E}"/>
              </a:ext>
            </a:extLst>
          </p:cNvPr>
          <p:cNvSpPr>
            <a:spLocks xmlns:a="http://schemas.openxmlformats.org/drawingml/2006/main" noGrp="1"/>
          </p:cNvSpPr>
          <p:nvPr/>
        </p:nvSpPr>
        <p:spPr>
          <a:xfrm xmlns:a="http://schemas.openxmlformats.org/drawingml/2006/main">
            <a:off x="666750" y="2000250"/>
            <a:ext cx="1952625" cy="2238375"/>
          </a:xfrm>
          <a:prstGeom xmlns:a="http://schemas.openxmlformats.org/drawingml/2006/main" prst="roundRect">
            <a:avLst>
              <a:gd name="adj" fmla="val 3902"/>
            </a:avLst>
          </a:prstGeom>
          <a:solidFill xmlns:a="http://schemas.openxmlformats.org/drawingml/2006/main">
            <a:srgbClr val="EEF5F7"/>
          </a:solidFill>
          <a:ln xmlns:a="http://schemas.openxmlformats.org/drawingml/2006/main" w="9525">
            <a:solidFill>
              <a:srgbClr val="BDD2DB"/>
            </a:solidFill>
          </a:ln>
        </p:spPr>
      </p:sp>
      <p:sp>
        <p:nvSpPr>
          <p:cNvPr id="7" name="">
            <a:extLst xmlns:a="http://schemas.openxmlformats.org/drawingml/2006/main">
              <a:ext uri="{FF2B5EF4-FFF2-40B4-BE49-F238E27FC236}">
                <a16:creationId xmlns:a16="http://schemas.microsoft.com/office/drawing/2014/main" id="{4FA4FBB3-893F-4230-98D4-61769AFCE030}"/>
              </a:ext>
            </a:extLst>
          </p:cNvPr>
          <p:cNvSpPr>
            <a:spLocks xmlns:a="http://schemas.openxmlformats.org/drawingml/2006/main" noGrp="1"/>
          </p:cNvSpPr>
          <p:nvPr/>
        </p:nvSpPr>
        <p:spPr>
          <a:xfrm xmlns:a="http://schemas.openxmlformats.org/drawingml/2006/main">
            <a:off x="809625" y="2238375"/>
            <a:ext cx="1666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F6E8C"/>
                </a:solidFill>
                <a:latin typeface="Bitstream Charter"/>
                <a:ea typeface="Bitstream Charter"/>
                <a:cs typeface="Bitstream Charter"/>
              </a:defRPr>
            </a:pPr>
            <a:r>
              <a:rPr sz="1575" b="1">
                <a:solidFill>
                  <a:srgbClr val="1F6E8C"/>
                </a:solidFill>
                <a:latin typeface="Bitstream Charter"/>
                <a:ea typeface="Bitstream Charter"/>
                <a:cs typeface="Bitstream Charter"/>
              </a:rPr>
              <a:t>Purpose</a:t>
            </a:r>
          </a:p>
        </p:txBody>
      </p:sp>
      <p:sp>
        <p:nvSpPr>
          <p:cNvPr id="8" name="">
            <a:extLst xmlns:a="http://schemas.openxmlformats.org/drawingml/2006/main">
              <a:ext uri="{FF2B5EF4-FFF2-40B4-BE49-F238E27FC236}">
                <a16:creationId xmlns:a16="http://schemas.microsoft.com/office/drawing/2014/main" id="{A076BF2A-DA0C-4CC1-9CF5-60213FC8415C}"/>
              </a:ext>
            </a:extLst>
          </p:cNvPr>
          <p:cNvSpPr>
            <a:spLocks xmlns:a="http://schemas.openxmlformats.org/drawingml/2006/main" noGrp="1"/>
          </p:cNvSpPr>
          <p:nvPr/>
        </p:nvSpPr>
        <p:spPr>
          <a:xfrm xmlns:a="http://schemas.openxmlformats.org/drawingml/2006/main">
            <a:off x="838200" y="2952750"/>
            <a:ext cx="16097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72B3A"/>
                </a:solidFill>
                <a:latin typeface="Bitstream Charter"/>
                <a:ea typeface="Bitstream Charter"/>
                <a:cs typeface="Bitstream Charter"/>
              </a:defRPr>
            </a:pPr>
            <a:r>
              <a:rPr sz="1425" b="0">
                <a:solidFill>
                  <a:srgbClr val="172B3A"/>
                </a:solidFill>
                <a:latin typeface="Bitstream Charter"/>
                <a:ea typeface="Bitstream Charter"/>
                <a:cs typeface="Bitstream Charter"/>
              </a:rPr>
              <a:t>One named decision</a:t>
            </a:r>
          </a:p>
        </p:txBody>
      </p:sp>
      <p:sp>
        <p:nvSpPr>
          <p:cNvPr id="9" name="">
            <a:extLst xmlns:a="http://schemas.openxmlformats.org/drawingml/2006/main">
              <a:ext uri="{FF2B5EF4-FFF2-40B4-BE49-F238E27FC236}">
                <a16:creationId xmlns:a16="http://schemas.microsoft.com/office/drawing/2014/main" id="{A0145FCC-3334-4EB5-9432-E927D9F338A1}"/>
              </a:ext>
            </a:extLst>
          </p:cNvPr>
          <p:cNvSpPr>
            <a:spLocks xmlns:a="http://schemas.openxmlformats.org/drawingml/2006/main" noGrp="1"/>
          </p:cNvSpPr>
          <p:nvPr/>
        </p:nvSpPr>
        <p:spPr>
          <a:xfrm xmlns:a="http://schemas.openxmlformats.org/drawingml/2006/main">
            <a:off x="2952750" y="2000250"/>
            <a:ext cx="1952625" cy="2238375"/>
          </a:xfrm>
          <a:prstGeom xmlns:a="http://schemas.openxmlformats.org/drawingml/2006/main" prst="roundRect">
            <a:avLst>
              <a:gd name="adj" fmla="val 3902"/>
            </a:avLst>
          </a:prstGeom>
          <a:solidFill xmlns:a="http://schemas.openxmlformats.org/drawingml/2006/main">
            <a:srgbClr val="EEF5F7"/>
          </a:solidFill>
          <a:ln xmlns:a="http://schemas.openxmlformats.org/drawingml/2006/main" w="9525">
            <a:solidFill>
              <a:srgbClr val="BDD2DB"/>
            </a:solidFill>
          </a:ln>
        </p:spPr>
      </p:sp>
      <p:sp>
        <p:nvSpPr>
          <p:cNvPr id="10" name="">
            <a:extLst xmlns:a="http://schemas.openxmlformats.org/drawingml/2006/main">
              <a:ext uri="{FF2B5EF4-FFF2-40B4-BE49-F238E27FC236}">
                <a16:creationId xmlns:a16="http://schemas.microsoft.com/office/drawing/2014/main" id="{53EAD00B-83D3-4C8E-A19D-5111BD357262}"/>
              </a:ext>
            </a:extLst>
          </p:cNvPr>
          <p:cNvSpPr>
            <a:spLocks xmlns:a="http://schemas.openxmlformats.org/drawingml/2006/main" noGrp="1"/>
          </p:cNvSpPr>
          <p:nvPr/>
        </p:nvSpPr>
        <p:spPr>
          <a:xfrm xmlns:a="http://schemas.openxmlformats.org/drawingml/2006/main">
            <a:off x="3095625" y="2238375"/>
            <a:ext cx="1666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2A9D8F"/>
                </a:solidFill>
                <a:latin typeface="Bitstream Charter"/>
                <a:ea typeface="Bitstream Charter"/>
                <a:cs typeface="Bitstream Charter"/>
              </a:defRPr>
            </a:pPr>
            <a:r>
              <a:rPr sz="1575" b="1">
                <a:solidFill>
                  <a:srgbClr val="2A9D8F"/>
                </a:solidFill>
                <a:latin typeface="Bitstream Charter"/>
                <a:ea typeface="Bitstream Charter"/>
                <a:cs typeface="Bitstream Charter"/>
              </a:rPr>
              <a:t>Population</a:t>
            </a:r>
          </a:p>
        </p:txBody>
      </p:sp>
      <p:sp>
        <p:nvSpPr>
          <p:cNvPr id="11" name="">
            <a:extLst xmlns:a="http://schemas.openxmlformats.org/drawingml/2006/main">
              <a:ext uri="{FF2B5EF4-FFF2-40B4-BE49-F238E27FC236}">
                <a16:creationId xmlns:a16="http://schemas.microsoft.com/office/drawing/2014/main" id="{69F56558-8E45-4F2D-BC35-DF368F891BDE}"/>
              </a:ext>
            </a:extLst>
          </p:cNvPr>
          <p:cNvSpPr>
            <a:spLocks xmlns:a="http://schemas.openxmlformats.org/drawingml/2006/main" noGrp="1"/>
          </p:cNvSpPr>
          <p:nvPr/>
        </p:nvSpPr>
        <p:spPr>
          <a:xfrm xmlns:a="http://schemas.openxmlformats.org/drawingml/2006/main">
            <a:off x="3124200" y="2952750"/>
            <a:ext cx="16097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72B3A"/>
                </a:solidFill>
                <a:latin typeface="Bitstream Charter"/>
                <a:ea typeface="Bitstream Charter"/>
                <a:cs typeface="Bitstream Charter"/>
              </a:defRPr>
            </a:pPr>
            <a:r>
              <a:rPr sz="1425" b="0">
                <a:solidFill>
                  <a:srgbClr val="172B3A"/>
                </a:solidFill>
                <a:latin typeface="Bitstream Charter"/>
                <a:ea typeface="Bitstream Charter"/>
                <a:cs typeface="Bitstream Charter"/>
              </a:rPr>
              <a:t>Stated scope and exclusions</a:t>
            </a:r>
          </a:p>
        </p:txBody>
      </p:sp>
      <p:sp>
        <p:nvSpPr>
          <p:cNvPr id="12" name="">
            <a:extLst xmlns:a="http://schemas.openxmlformats.org/drawingml/2006/main">
              <a:ext uri="{FF2B5EF4-FFF2-40B4-BE49-F238E27FC236}">
                <a16:creationId xmlns:a16="http://schemas.microsoft.com/office/drawing/2014/main" id="{2BD566A1-EE5F-4DAE-A2D1-108AE7F5D21A}"/>
              </a:ext>
            </a:extLst>
          </p:cNvPr>
          <p:cNvSpPr>
            <a:spLocks xmlns:a="http://schemas.openxmlformats.org/drawingml/2006/main" noGrp="1"/>
          </p:cNvSpPr>
          <p:nvPr/>
        </p:nvSpPr>
        <p:spPr>
          <a:xfrm xmlns:a="http://schemas.openxmlformats.org/drawingml/2006/main">
            <a:off x="5238750" y="2000250"/>
            <a:ext cx="1952625" cy="2238375"/>
          </a:xfrm>
          <a:prstGeom xmlns:a="http://schemas.openxmlformats.org/drawingml/2006/main" prst="roundRect">
            <a:avLst>
              <a:gd name="adj" fmla="val 3902"/>
            </a:avLst>
          </a:prstGeom>
          <a:solidFill xmlns:a="http://schemas.openxmlformats.org/drawingml/2006/main">
            <a:srgbClr val="EEF5F7"/>
          </a:solidFill>
          <a:ln xmlns:a="http://schemas.openxmlformats.org/drawingml/2006/main" w="9525">
            <a:solidFill>
              <a:srgbClr val="BDD2DB"/>
            </a:solidFill>
          </a:ln>
        </p:spPr>
      </p:sp>
      <p:sp>
        <p:nvSpPr>
          <p:cNvPr id="13" name="">
            <a:extLst xmlns:a="http://schemas.openxmlformats.org/drawingml/2006/main">
              <a:ext uri="{FF2B5EF4-FFF2-40B4-BE49-F238E27FC236}">
                <a16:creationId xmlns:a16="http://schemas.microsoft.com/office/drawing/2014/main" id="{66AC414C-38AE-41BF-A90B-F45189AE77BF}"/>
              </a:ext>
            </a:extLst>
          </p:cNvPr>
          <p:cNvSpPr>
            <a:spLocks xmlns:a="http://schemas.openxmlformats.org/drawingml/2006/main" noGrp="1"/>
          </p:cNvSpPr>
          <p:nvPr/>
        </p:nvSpPr>
        <p:spPr>
          <a:xfrm xmlns:a="http://schemas.openxmlformats.org/drawingml/2006/main">
            <a:off x="5381625" y="2238375"/>
            <a:ext cx="1666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E9C46A"/>
                </a:solidFill>
                <a:latin typeface="Bitstream Charter"/>
                <a:ea typeface="Bitstream Charter"/>
                <a:cs typeface="Bitstream Charter"/>
              </a:defRPr>
            </a:pPr>
            <a:r>
              <a:rPr sz="1575" b="1">
                <a:solidFill>
                  <a:srgbClr val="E9C46A"/>
                </a:solidFill>
                <a:latin typeface="Bitstream Charter"/>
                <a:ea typeface="Bitstream Charter"/>
                <a:cs typeface="Bitstream Charter"/>
              </a:rPr>
              <a:t>Evidence</a:t>
            </a:r>
          </a:p>
        </p:txBody>
      </p:sp>
      <p:sp>
        <p:nvSpPr>
          <p:cNvPr id="14" name="">
            <a:extLst xmlns:a="http://schemas.openxmlformats.org/drawingml/2006/main">
              <a:ext uri="{FF2B5EF4-FFF2-40B4-BE49-F238E27FC236}">
                <a16:creationId xmlns:a16="http://schemas.microsoft.com/office/drawing/2014/main" id="{1F0D4958-5634-4C0F-BA26-6C6C06350B1E}"/>
              </a:ext>
            </a:extLst>
          </p:cNvPr>
          <p:cNvSpPr>
            <a:spLocks xmlns:a="http://schemas.openxmlformats.org/drawingml/2006/main" noGrp="1"/>
          </p:cNvSpPr>
          <p:nvPr/>
        </p:nvSpPr>
        <p:spPr>
          <a:xfrm xmlns:a="http://schemas.openxmlformats.org/drawingml/2006/main">
            <a:off x="5410200" y="2952750"/>
            <a:ext cx="16097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72B3A"/>
                </a:solidFill>
                <a:latin typeface="Bitstream Charter"/>
                <a:ea typeface="Bitstream Charter"/>
                <a:cs typeface="Bitstream Charter"/>
              </a:defRPr>
            </a:pPr>
            <a:r>
              <a:rPr sz="1425" b="0">
                <a:solidFill>
                  <a:srgbClr val="172B3A"/>
                </a:solidFill>
                <a:latin typeface="Bitstream Charter"/>
                <a:ea typeface="Bitstream Charter"/>
                <a:cs typeface="Bitstream Charter"/>
              </a:rPr>
              <a:t>Defined baseline and comparison</a:t>
            </a:r>
          </a:p>
        </p:txBody>
      </p:sp>
      <p:sp>
        <p:nvSpPr>
          <p:cNvPr id="15" name="">
            <a:extLst xmlns:a="http://schemas.openxmlformats.org/drawingml/2006/main">
              <a:ext uri="{FF2B5EF4-FFF2-40B4-BE49-F238E27FC236}">
                <a16:creationId xmlns:a16="http://schemas.microsoft.com/office/drawing/2014/main" id="{17641E29-F94C-4DDD-B4E1-CFE33F513E14}"/>
              </a:ext>
            </a:extLst>
          </p:cNvPr>
          <p:cNvSpPr>
            <a:spLocks xmlns:a="http://schemas.openxmlformats.org/drawingml/2006/main" noGrp="1"/>
          </p:cNvSpPr>
          <p:nvPr/>
        </p:nvSpPr>
        <p:spPr>
          <a:xfrm xmlns:a="http://schemas.openxmlformats.org/drawingml/2006/main">
            <a:off x="7524750" y="2000250"/>
            <a:ext cx="1952625" cy="2238375"/>
          </a:xfrm>
          <a:prstGeom xmlns:a="http://schemas.openxmlformats.org/drawingml/2006/main" prst="roundRect">
            <a:avLst>
              <a:gd name="adj" fmla="val 3902"/>
            </a:avLst>
          </a:prstGeom>
          <a:solidFill xmlns:a="http://schemas.openxmlformats.org/drawingml/2006/main">
            <a:srgbClr val="EEF5F7"/>
          </a:solidFill>
          <a:ln xmlns:a="http://schemas.openxmlformats.org/drawingml/2006/main" w="9525">
            <a:solidFill>
              <a:srgbClr val="BDD2DB"/>
            </a:solidFill>
          </a:ln>
        </p:spPr>
      </p:sp>
      <p:sp>
        <p:nvSpPr>
          <p:cNvPr id="16" name="">
            <a:extLst xmlns:a="http://schemas.openxmlformats.org/drawingml/2006/main">
              <a:ext uri="{FF2B5EF4-FFF2-40B4-BE49-F238E27FC236}">
                <a16:creationId xmlns:a16="http://schemas.microsoft.com/office/drawing/2014/main" id="{076999C1-0A01-4095-9EED-33C31FEA2638}"/>
              </a:ext>
            </a:extLst>
          </p:cNvPr>
          <p:cNvSpPr>
            <a:spLocks xmlns:a="http://schemas.openxmlformats.org/drawingml/2006/main" noGrp="1"/>
          </p:cNvSpPr>
          <p:nvPr/>
        </p:nvSpPr>
        <p:spPr>
          <a:xfrm xmlns:a="http://schemas.openxmlformats.org/drawingml/2006/main">
            <a:off x="7667625" y="2238375"/>
            <a:ext cx="1666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E76F51"/>
                </a:solidFill>
                <a:latin typeface="Bitstream Charter"/>
                <a:ea typeface="Bitstream Charter"/>
                <a:cs typeface="Bitstream Charter"/>
              </a:defRPr>
            </a:pPr>
            <a:r>
              <a:rPr sz="1575" b="1">
                <a:solidFill>
                  <a:srgbClr val="E76F51"/>
                </a:solidFill>
                <a:latin typeface="Bitstream Charter"/>
                <a:ea typeface="Bitstream Charter"/>
                <a:cs typeface="Bitstream Charter"/>
              </a:rPr>
              <a:t>Authority</a:t>
            </a:r>
          </a:p>
        </p:txBody>
      </p:sp>
      <p:sp>
        <p:nvSpPr>
          <p:cNvPr id="17" name="">
            <a:extLst xmlns:a="http://schemas.openxmlformats.org/drawingml/2006/main">
              <a:ext uri="{FF2B5EF4-FFF2-40B4-BE49-F238E27FC236}">
                <a16:creationId xmlns:a16="http://schemas.microsoft.com/office/drawing/2014/main" id="{3364E0BD-0633-49E3-A9F7-1E92D15C0BA3}"/>
              </a:ext>
            </a:extLst>
          </p:cNvPr>
          <p:cNvSpPr>
            <a:spLocks xmlns:a="http://schemas.openxmlformats.org/drawingml/2006/main" noGrp="1"/>
          </p:cNvSpPr>
          <p:nvPr/>
        </p:nvSpPr>
        <p:spPr>
          <a:xfrm xmlns:a="http://schemas.openxmlformats.org/drawingml/2006/main">
            <a:off x="7696200" y="2952750"/>
            <a:ext cx="16097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72B3A"/>
                </a:solidFill>
                <a:latin typeface="Bitstream Charter"/>
                <a:ea typeface="Bitstream Charter"/>
                <a:cs typeface="Bitstream Charter"/>
              </a:defRPr>
            </a:pPr>
            <a:r>
              <a:rPr sz="1425" b="0">
                <a:solidFill>
                  <a:srgbClr val="172B3A"/>
                </a:solidFill>
                <a:latin typeface="Bitstream Charter"/>
                <a:ea typeface="Bitstream Charter"/>
                <a:cs typeface="Bitstream Charter"/>
              </a:rPr>
              <a:t>Named approver and operator</a:t>
            </a:r>
          </a:p>
        </p:txBody>
      </p:sp>
      <p:sp>
        <p:nvSpPr>
          <p:cNvPr id="18" name="">
            <a:extLst xmlns:a="http://schemas.openxmlformats.org/drawingml/2006/main">
              <a:ext uri="{FF2B5EF4-FFF2-40B4-BE49-F238E27FC236}">
                <a16:creationId xmlns:a16="http://schemas.microsoft.com/office/drawing/2014/main" id="{0B185532-536B-4B53-A218-ACE11ABF7837}"/>
              </a:ext>
            </a:extLst>
          </p:cNvPr>
          <p:cNvSpPr>
            <a:spLocks xmlns:a="http://schemas.openxmlformats.org/drawingml/2006/main" noGrp="1"/>
          </p:cNvSpPr>
          <p:nvPr/>
        </p:nvSpPr>
        <p:spPr>
          <a:xfrm xmlns:a="http://schemas.openxmlformats.org/drawingml/2006/main">
            <a:off x="9810750" y="2000250"/>
            <a:ext cx="1952625" cy="2238375"/>
          </a:xfrm>
          <a:prstGeom xmlns:a="http://schemas.openxmlformats.org/drawingml/2006/main" prst="roundRect">
            <a:avLst>
              <a:gd name="adj" fmla="val 3902"/>
            </a:avLst>
          </a:prstGeom>
          <a:solidFill xmlns:a="http://schemas.openxmlformats.org/drawingml/2006/main">
            <a:srgbClr val="FBEDE8"/>
          </a:solidFill>
          <a:ln xmlns:a="http://schemas.openxmlformats.org/drawingml/2006/main" w="9525">
            <a:solidFill>
              <a:srgbClr val="BDD2DB"/>
            </a:solidFill>
          </a:ln>
        </p:spPr>
      </p:sp>
      <p:sp>
        <p:nvSpPr>
          <p:cNvPr id="19" name="">
            <a:extLst xmlns:a="http://schemas.openxmlformats.org/drawingml/2006/main">
              <a:ext uri="{FF2B5EF4-FFF2-40B4-BE49-F238E27FC236}">
                <a16:creationId xmlns:a16="http://schemas.microsoft.com/office/drawing/2014/main" id="{2AA2BB75-8EDB-4A36-B5C4-86CC17E15534}"/>
              </a:ext>
            </a:extLst>
          </p:cNvPr>
          <p:cNvSpPr>
            <a:spLocks xmlns:a="http://schemas.openxmlformats.org/drawingml/2006/main" noGrp="1"/>
          </p:cNvSpPr>
          <p:nvPr/>
        </p:nvSpPr>
        <p:spPr>
          <a:xfrm xmlns:a="http://schemas.openxmlformats.org/drawingml/2006/main">
            <a:off x="9953625" y="2238375"/>
            <a:ext cx="1666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2344D"/>
                </a:solidFill>
                <a:latin typeface="Bitstream Charter"/>
                <a:ea typeface="Bitstream Charter"/>
                <a:cs typeface="Bitstream Charter"/>
              </a:defRPr>
            </a:pPr>
            <a:r>
              <a:rPr sz="1575" b="1">
                <a:solidFill>
                  <a:srgbClr val="12344D"/>
                </a:solidFill>
                <a:latin typeface="Bitstream Charter"/>
                <a:ea typeface="Bitstream Charter"/>
                <a:cs typeface="Bitstream Charter"/>
              </a:rPr>
              <a:t>Exit</a:t>
            </a:r>
          </a:p>
        </p:txBody>
      </p:sp>
      <p:sp>
        <p:nvSpPr>
          <p:cNvPr id="20" name="">
            <a:extLst xmlns:a="http://schemas.openxmlformats.org/drawingml/2006/main">
              <a:ext uri="{FF2B5EF4-FFF2-40B4-BE49-F238E27FC236}">
                <a16:creationId xmlns:a16="http://schemas.microsoft.com/office/drawing/2014/main" id="{E85F20D2-2652-405F-A813-97D6CD7CD713}"/>
              </a:ext>
            </a:extLst>
          </p:cNvPr>
          <p:cNvSpPr>
            <a:spLocks xmlns:a="http://schemas.openxmlformats.org/drawingml/2006/main" noGrp="1"/>
          </p:cNvSpPr>
          <p:nvPr/>
        </p:nvSpPr>
        <p:spPr>
          <a:xfrm xmlns:a="http://schemas.openxmlformats.org/drawingml/2006/main">
            <a:off x="9982200" y="2952750"/>
            <a:ext cx="16097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72B3A"/>
                </a:solidFill>
                <a:latin typeface="Bitstream Charter"/>
                <a:ea typeface="Bitstream Charter"/>
                <a:cs typeface="Bitstream Charter"/>
              </a:defRPr>
            </a:pPr>
            <a:r>
              <a:rPr sz="1425" b="0">
                <a:solidFill>
                  <a:srgbClr val="172B3A"/>
                </a:solidFill>
                <a:latin typeface="Bitstream Charter"/>
                <a:ea typeface="Bitstream Charter"/>
                <a:cs typeface="Bitstream Charter"/>
              </a:rPr>
              <a:t>Stop, revise or scale conditions</a:t>
            </a:r>
          </a:p>
        </p:txBody>
      </p:sp>
      <p:sp>
        <p:nvSpPr>
          <p:cNvPr id="21" name="">
            <a:extLst xmlns:a="http://schemas.openxmlformats.org/drawingml/2006/main">
              <a:ext uri="{FF2B5EF4-FFF2-40B4-BE49-F238E27FC236}">
                <a16:creationId xmlns:a16="http://schemas.microsoft.com/office/drawing/2014/main" id="{C9997123-E5EB-4E64-861C-5CAE3D0FE0A5}"/>
              </a:ext>
            </a:extLst>
          </p:cNvPr>
          <p:cNvSpPr>
            <a:spLocks xmlns:a="http://schemas.openxmlformats.org/drawingml/2006/main" noGrp="1"/>
          </p:cNvSpPr>
          <p:nvPr/>
        </p:nvSpPr>
        <p:spPr>
          <a:xfrm xmlns:a="http://schemas.openxmlformats.org/drawingml/2006/main">
            <a:off x="1714500" y="50482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2344D"/>
                </a:solidFill>
                <a:latin typeface="Bitstream Charter"/>
                <a:ea typeface="Bitstream Charter"/>
                <a:cs typeface="Bitstream Charter"/>
              </a:defRPr>
            </a:pPr>
            <a:r>
              <a:rPr sz="1950" b="1">
                <a:solidFill>
                  <a:srgbClr val="12344D"/>
                </a:solidFill>
                <a:latin typeface="Bitstream Charter"/>
                <a:ea typeface="Bitstream Charter"/>
                <a:cs typeface="Bitstream Charter"/>
              </a:rPr>
              <a:t>A pilot tests a bounded claim. It does not authorize general deployment.</a:t>
            </a:r>
          </a:p>
        </p:txBody>
      </p:sp>
    </p:spTree>
    <p:extLst>
      <p:ext uri="{BB962C8B-B14F-4D97-AF65-F5344CB8AC3E}">
        <p14:creationId xmlns:p14="http://schemas.microsoft.com/office/powerpoint/2010/main" val="2722749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894CB27-DBB9-4F33-BAF0-7A54A99A645B}"/>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E841F9CD-A39A-48B1-8446-8C14085C581D}"/>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Statistical assurance record</a:t>
            </a:r>
          </a:p>
        </p:txBody>
      </p:sp>
      <p:sp>
        <p:nvSpPr>
          <p:cNvPr id="3" name="">
            <a:extLst xmlns:a="http://schemas.openxmlformats.org/drawingml/2006/main">
              <a:ext uri="{FF2B5EF4-FFF2-40B4-BE49-F238E27FC236}">
                <a16:creationId xmlns:a16="http://schemas.microsoft.com/office/drawing/2014/main" id="{BD653477-03BB-4101-BAC7-A23C90ED46CB}"/>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A32B47-DB62-40E6-9FED-2F841806798C}"/>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13BC1A1D-B259-4EB4-B65A-AD43D5C4F0A4}"/>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0F5EA4B5-4D67-4724-906B-5BD1E2719B70}"/>
              </a:ext>
            </a:extLst>
          </p:cNvPr>
          <p:cNvSpPr>
            <a:spLocks xmlns:a="http://schemas.openxmlformats.org/drawingml/2006/main" noGrp="1"/>
          </p:cNvSpPr>
          <p:nvPr/>
        </p:nvSpPr>
        <p:spPr>
          <a:xfrm xmlns:a="http://schemas.openxmlformats.org/drawingml/2006/main">
            <a:off x="857250" y="15716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F6E8C"/>
                </a:solidFill>
                <a:latin typeface="Bitstream Charter"/>
                <a:ea typeface="Bitstream Charter"/>
                <a:cs typeface="Bitstream Charter"/>
              </a:defRPr>
            </a:pPr>
            <a:r>
              <a:rPr sz="1500" b="1">
                <a:solidFill>
                  <a:srgbClr val="1F6E8C"/>
                </a:solidFill>
                <a:latin typeface="Bitstream Charter"/>
                <a:ea typeface="Bitstream Charter"/>
                <a:cs typeface="Bitstream Charter"/>
              </a:rPr>
              <a:t>Baseline</a:t>
            </a:r>
          </a:p>
        </p:txBody>
      </p:sp>
      <p:sp>
        <p:nvSpPr>
          <p:cNvPr id="7" name="">
            <a:extLst xmlns:a="http://schemas.openxmlformats.org/drawingml/2006/main">
              <a:ext uri="{FF2B5EF4-FFF2-40B4-BE49-F238E27FC236}">
                <a16:creationId xmlns:a16="http://schemas.microsoft.com/office/drawing/2014/main" id="{E2B22BC8-59CE-415B-B71D-C165E75BDF4D}"/>
              </a:ext>
            </a:extLst>
          </p:cNvPr>
          <p:cNvSpPr>
            <a:spLocks xmlns:a="http://schemas.openxmlformats.org/drawingml/2006/main" noGrp="1"/>
          </p:cNvSpPr>
          <p:nvPr/>
        </p:nvSpPr>
        <p:spPr>
          <a:xfrm xmlns:a="http://schemas.openxmlformats.org/drawingml/2006/main">
            <a:off x="2571750" y="15716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Current process and error profile</a:t>
            </a:r>
          </a:p>
        </p:txBody>
      </p:sp>
      <p:sp>
        <p:nvSpPr>
          <p:cNvPr id="8" name="">
            <a:extLst xmlns:a="http://schemas.openxmlformats.org/drawingml/2006/main">
              <a:ext uri="{FF2B5EF4-FFF2-40B4-BE49-F238E27FC236}">
                <a16:creationId xmlns:a16="http://schemas.microsoft.com/office/drawing/2014/main" id="{AC6BB4D4-D15D-4307-A6DE-1D7C2481D1DC}"/>
              </a:ext>
            </a:extLst>
          </p:cNvPr>
          <p:cNvSpPr>
            <a:spLocks xmlns:a="http://schemas.openxmlformats.org/drawingml/2006/main" noGrp="1"/>
          </p:cNvSpPr>
          <p:nvPr/>
        </p:nvSpPr>
        <p:spPr>
          <a:xfrm xmlns:a="http://schemas.openxmlformats.org/drawingml/2006/main">
            <a:off x="857250" y="24479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F6E8C"/>
                </a:solidFill>
                <a:latin typeface="Bitstream Charter"/>
                <a:ea typeface="Bitstream Charter"/>
                <a:cs typeface="Bitstream Charter"/>
              </a:defRPr>
            </a:pPr>
            <a:r>
              <a:rPr sz="1500" b="1">
                <a:solidFill>
                  <a:srgbClr val="1F6E8C"/>
                </a:solidFill>
                <a:latin typeface="Bitstream Charter"/>
                <a:ea typeface="Bitstream Charter"/>
                <a:cs typeface="Bitstream Charter"/>
              </a:rPr>
              <a:t>Validity</a:t>
            </a:r>
          </a:p>
        </p:txBody>
      </p:sp>
      <p:sp>
        <p:nvSpPr>
          <p:cNvPr id="9" name="">
            <a:extLst xmlns:a="http://schemas.openxmlformats.org/drawingml/2006/main">
              <a:ext uri="{FF2B5EF4-FFF2-40B4-BE49-F238E27FC236}">
                <a16:creationId xmlns:a16="http://schemas.microsoft.com/office/drawing/2014/main" id="{69C41235-5597-4D02-A347-3207890343AF}"/>
              </a:ext>
            </a:extLst>
          </p:cNvPr>
          <p:cNvSpPr>
            <a:spLocks xmlns:a="http://schemas.openxmlformats.org/drawingml/2006/main" noGrp="1"/>
          </p:cNvSpPr>
          <p:nvPr/>
        </p:nvSpPr>
        <p:spPr>
          <a:xfrm xmlns:a="http://schemas.openxmlformats.org/drawingml/2006/main">
            <a:off x="2571750" y="24479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Metrics tied to the intended use</a:t>
            </a:r>
          </a:p>
        </p:txBody>
      </p:sp>
      <p:sp>
        <p:nvSpPr>
          <p:cNvPr id="10" name="">
            <a:extLst xmlns:a="http://schemas.openxmlformats.org/drawingml/2006/main">
              <a:ext uri="{FF2B5EF4-FFF2-40B4-BE49-F238E27FC236}">
                <a16:creationId xmlns:a16="http://schemas.microsoft.com/office/drawing/2014/main" id="{3250F684-34D7-4011-938E-C3204B60E0BC}"/>
              </a:ext>
            </a:extLst>
          </p:cNvPr>
          <p:cNvSpPr>
            <a:spLocks xmlns:a="http://schemas.openxmlformats.org/drawingml/2006/main" noGrp="1"/>
          </p:cNvSpPr>
          <p:nvPr/>
        </p:nvSpPr>
        <p:spPr>
          <a:xfrm xmlns:a="http://schemas.openxmlformats.org/drawingml/2006/main">
            <a:off x="857250" y="33242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F6E8C"/>
                </a:solidFill>
                <a:latin typeface="Bitstream Charter"/>
                <a:ea typeface="Bitstream Charter"/>
                <a:cs typeface="Bitstream Charter"/>
              </a:defRPr>
            </a:pPr>
            <a:r>
              <a:rPr sz="1500" b="1">
                <a:solidFill>
                  <a:srgbClr val="1F6E8C"/>
                </a:solidFill>
                <a:latin typeface="Bitstream Charter"/>
                <a:ea typeface="Bitstream Charter"/>
                <a:cs typeface="Bitstream Charter"/>
              </a:rPr>
              <a:t>Subgroups</a:t>
            </a:r>
          </a:p>
        </p:txBody>
      </p:sp>
      <p:sp>
        <p:nvSpPr>
          <p:cNvPr id="11" name="">
            <a:extLst xmlns:a="http://schemas.openxmlformats.org/drawingml/2006/main">
              <a:ext uri="{FF2B5EF4-FFF2-40B4-BE49-F238E27FC236}">
                <a16:creationId xmlns:a16="http://schemas.microsoft.com/office/drawing/2014/main" id="{953173AC-5B85-4B8A-9B7F-45890842BACD}"/>
              </a:ext>
            </a:extLst>
          </p:cNvPr>
          <p:cNvSpPr>
            <a:spLocks xmlns:a="http://schemas.openxmlformats.org/drawingml/2006/main" noGrp="1"/>
          </p:cNvSpPr>
          <p:nvPr/>
        </p:nvSpPr>
        <p:spPr>
          <a:xfrm xmlns:a="http://schemas.openxmlformats.org/drawingml/2006/main">
            <a:off x="2571750" y="33242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Performance across relevant domains</a:t>
            </a:r>
          </a:p>
        </p:txBody>
      </p:sp>
      <p:sp>
        <p:nvSpPr>
          <p:cNvPr id="12" name="">
            <a:extLst xmlns:a="http://schemas.openxmlformats.org/drawingml/2006/main">
              <a:ext uri="{FF2B5EF4-FFF2-40B4-BE49-F238E27FC236}">
                <a16:creationId xmlns:a16="http://schemas.microsoft.com/office/drawing/2014/main" id="{17687F6D-729E-4604-B9C2-AB12211C30FC}"/>
              </a:ext>
            </a:extLst>
          </p:cNvPr>
          <p:cNvSpPr>
            <a:spLocks xmlns:a="http://schemas.openxmlformats.org/drawingml/2006/main" noGrp="1"/>
          </p:cNvSpPr>
          <p:nvPr/>
        </p:nvSpPr>
        <p:spPr>
          <a:xfrm xmlns:a="http://schemas.openxmlformats.org/drawingml/2006/main">
            <a:off x="857250" y="42005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F6E8C"/>
                </a:solidFill>
                <a:latin typeface="Bitstream Charter"/>
                <a:ea typeface="Bitstream Charter"/>
                <a:cs typeface="Bitstream Charter"/>
              </a:defRPr>
            </a:pPr>
            <a:r>
              <a:rPr sz="1500" b="1">
                <a:solidFill>
                  <a:srgbClr val="1F6E8C"/>
                </a:solidFill>
                <a:latin typeface="Bitstream Charter"/>
                <a:ea typeface="Bitstream Charter"/>
                <a:cs typeface="Bitstream Charter"/>
              </a:rPr>
              <a:t>Drift</a:t>
            </a:r>
          </a:p>
        </p:txBody>
      </p:sp>
      <p:sp>
        <p:nvSpPr>
          <p:cNvPr id="13" name="">
            <a:extLst xmlns:a="http://schemas.openxmlformats.org/drawingml/2006/main">
              <a:ext uri="{FF2B5EF4-FFF2-40B4-BE49-F238E27FC236}">
                <a16:creationId xmlns:a16="http://schemas.microsoft.com/office/drawing/2014/main" id="{F10C4C89-95D2-415E-8280-640831F39419}"/>
              </a:ext>
            </a:extLst>
          </p:cNvPr>
          <p:cNvSpPr>
            <a:spLocks xmlns:a="http://schemas.openxmlformats.org/drawingml/2006/main" noGrp="1"/>
          </p:cNvSpPr>
          <p:nvPr/>
        </p:nvSpPr>
        <p:spPr>
          <a:xfrm xmlns:a="http://schemas.openxmlformats.org/drawingml/2006/main">
            <a:off x="2571750" y="42005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Monitoring frequency and triggers</a:t>
            </a:r>
          </a:p>
        </p:txBody>
      </p:sp>
      <p:sp>
        <p:nvSpPr>
          <p:cNvPr id="14" name="">
            <a:extLst xmlns:a="http://schemas.openxmlformats.org/drawingml/2006/main">
              <a:ext uri="{FF2B5EF4-FFF2-40B4-BE49-F238E27FC236}">
                <a16:creationId xmlns:a16="http://schemas.microsoft.com/office/drawing/2014/main" id="{C6DBCEF0-80FB-4BCC-9E59-978496FFEDD5}"/>
              </a:ext>
            </a:extLst>
          </p:cNvPr>
          <p:cNvSpPr>
            <a:spLocks xmlns:a="http://schemas.openxmlformats.org/drawingml/2006/main" noGrp="1"/>
          </p:cNvSpPr>
          <p:nvPr/>
        </p:nvSpPr>
        <p:spPr>
          <a:xfrm xmlns:a="http://schemas.openxmlformats.org/drawingml/2006/main">
            <a:off x="6572250" y="15716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A9D8F"/>
                </a:solidFill>
                <a:latin typeface="Bitstream Charter"/>
                <a:ea typeface="Bitstream Charter"/>
                <a:cs typeface="Bitstream Charter"/>
              </a:defRPr>
            </a:pPr>
            <a:r>
              <a:rPr sz="1500" b="1">
                <a:solidFill>
                  <a:srgbClr val="2A9D8F"/>
                </a:solidFill>
                <a:latin typeface="Bitstream Charter"/>
                <a:ea typeface="Bitstream Charter"/>
                <a:cs typeface="Bitstream Charter"/>
              </a:rPr>
              <a:t>Provenance</a:t>
            </a:r>
          </a:p>
        </p:txBody>
      </p:sp>
      <p:sp>
        <p:nvSpPr>
          <p:cNvPr id="15" name="">
            <a:extLst xmlns:a="http://schemas.openxmlformats.org/drawingml/2006/main">
              <a:ext uri="{FF2B5EF4-FFF2-40B4-BE49-F238E27FC236}">
                <a16:creationId xmlns:a16="http://schemas.microsoft.com/office/drawing/2014/main" id="{DEB68692-7ADD-4C4D-A42D-D23F81448933}"/>
              </a:ext>
            </a:extLst>
          </p:cNvPr>
          <p:cNvSpPr>
            <a:spLocks xmlns:a="http://schemas.openxmlformats.org/drawingml/2006/main" noGrp="1"/>
          </p:cNvSpPr>
          <p:nvPr/>
        </p:nvSpPr>
        <p:spPr>
          <a:xfrm xmlns:a="http://schemas.openxmlformats.org/drawingml/2006/main">
            <a:off x="8286750" y="15716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Source and transformation history</a:t>
            </a:r>
          </a:p>
        </p:txBody>
      </p:sp>
      <p:sp>
        <p:nvSpPr>
          <p:cNvPr id="16" name="">
            <a:extLst xmlns:a="http://schemas.openxmlformats.org/drawingml/2006/main">
              <a:ext uri="{FF2B5EF4-FFF2-40B4-BE49-F238E27FC236}">
                <a16:creationId xmlns:a16="http://schemas.microsoft.com/office/drawing/2014/main" id="{E0A4ED56-277F-43CE-9339-83763BECB72E}"/>
              </a:ext>
            </a:extLst>
          </p:cNvPr>
          <p:cNvSpPr>
            <a:spLocks xmlns:a="http://schemas.openxmlformats.org/drawingml/2006/main" noGrp="1"/>
          </p:cNvSpPr>
          <p:nvPr/>
        </p:nvSpPr>
        <p:spPr>
          <a:xfrm xmlns:a="http://schemas.openxmlformats.org/drawingml/2006/main">
            <a:off x="6572250" y="24479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A9D8F"/>
                </a:solidFill>
                <a:latin typeface="Bitstream Charter"/>
                <a:ea typeface="Bitstream Charter"/>
                <a:cs typeface="Bitstream Charter"/>
              </a:defRPr>
            </a:pPr>
            <a:r>
              <a:rPr sz="1500" b="1">
                <a:solidFill>
                  <a:srgbClr val="2A9D8F"/>
                </a:solidFill>
                <a:latin typeface="Bitstream Charter"/>
                <a:ea typeface="Bitstream Charter"/>
                <a:cs typeface="Bitstream Charter"/>
              </a:rPr>
              <a:t>Reproducibility</a:t>
            </a:r>
          </a:p>
        </p:txBody>
      </p:sp>
      <p:sp>
        <p:nvSpPr>
          <p:cNvPr id="17" name="">
            <a:extLst xmlns:a="http://schemas.openxmlformats.org/drawingml/2006/main">
              <a:ext uri="{FF2B5EF4-FFF2-40B4-BE49-F238E27FC236}">
                <a16:creationId xmlns:a16="http://schemas.microsoft.com/office/drawing/2014/main" id="{B853FAF6-0A83-488B-8CD5-05E06904D456}"/>
              </a:ext>
            </a:extLst>
          </p:cNvPr>
          <p:cNvSpPr>
            <a:spLocks xmlns:a="http://schemas.openxmlformats.org/drawingml/2006/main" noGrp="1"/>
          </p:cNvSpPr>
          <p:nvPr/>
        </p:nvSpPr>
        <p:spPr>
          <a:xfrm xmlns:a="http://schemas.openxmlformats.org/drawingml/2006/main">
            <a:off x="8286750" y="24479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Code, versions and parameters</a:t>
            </a:r>
          </a:p>
        </p:txBody>
      </p:sp>
      <p:sp>
        <p:nvSpPr>
          <p:cNvPr id="18" name="">
            <a:extLst xmlns:a="http://schemas.openxmlformats.org/drawingml/2006/main">
              <a:ext uri="{FF2B5EF4-FFF2-40B4-BE49-F238E27FC236}">
                <a16:creationId xmlns:a16="http://schemas.microsoft.com/office/drawing/2014/main" id="{F0E02C03-0C0F-4589-86FD-4C9C223CC005}"/>
              </a:ext>
            </a:extLst>
          </p:cNvPr>
          <p:cNvSpPr>
            <a:spLocks xmlns:a="http://schemas.openxmlformats.org/drawingml/2006/main" noGrp="1"/>
          </p:cNvSpPr>
          <p:nvPr/>
        </p:nvSpPr>
        <p:spPr>
          <a:xfrm xmlns:a="http://schemas.openxmlformats.org/drawingml/2006/main">
            <a:off x="6572250" y="33242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A9D8F"/>
                </a:solidFill>
                <a:latin typeface="Bitstream Charter"/>
                <a:ea typeface="Bitstream Charter"/>
                <a:cs typeface="Bitstream Charter"/>
              </a:defRPr>
            </a:pPr>
            <a:r>
              <a:rPr sz="1500" b="1">
                <a:solidFill>
                  <a:srgbClr val="2A9D8F"/>
                </a:solidFill>
                <a:latin typeface="Bitstream Charter"/>
                <a:ea typeface="Bitstream Charter"/>
                <a:cs typeface="Bitstream Charter"/>
              </a:rPr>
              <a:t>Review</a:t>
            </a:r>
          </a:p>
        </p:txBody>
      </p:sp>
      <p:sp>
        <p:nvSpPr>
          <p:cNvPr id="19" name="">
            <a:extLst xmlns:a="http://schemas.openxmlformats.org/drawingml/2006/main">
              <a:ext uri="{FF2B5EF4-FFF2-40B4-BE49-F238E27FC236}">
                <a16:creationId xmlns:a16="http://schemas.microsoft.com/office/drawing/2014/main" id="{4BEEE87B-8D65-4538-B2D3-EE66EDD80F6E}"/>
              </a:ext>
            </a:extLst>
          </p:cNvPr>
          <p:cNvSpPr>
            <a:spLocks xmlns:a="http://schemas.openxmlformats.org/drawingml/2006/main" noGrp="1"/>
          </p:cNvSpPr>
          <p:nvPr/>
        </p:nvSpPr>
        <p:spPr>
          <a:xfrm xmlns:a="http://schemas.openxmlformats.org/drawingml/2006/main">
            <a:off x="8286750" y="33242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Independent challenge and approval</a:t>
            </a:r>
          </a:p>
        </p:txBody>
      </p:sp>
      <p:sp>
        <p:nvSpPr>
          <p:cNvPr id="20" name="">
            <a:extLst xmlns:a="http://schemas.openxmlformats.org/drawingml/2006/main">
              <a:ext uri="{FF2B5EF4-FFF2-40B4-BE49-F238E27FC236}">
                <a16:creationId xmlns:a16="http://schemas.microsoft.com/office/drawing/2014/main" id="{F13E8C33-4758-4F61-A9F6-CDFCC0F785B4}"/>
              </a:ext>
            </a:extLst>
          </p:cNvPr>
          <p:cNvSpPr>
            <a:spLocks xmlns:a="http://schemas.openxmlformats.org/drawingml/2006/main" noGrp="1"/>
          </p:cNvSpPr>
          <p:nvPr/>
        </p:nvSpPr>
        <p:spPr>
          <a:xfrm xmlns:a="http://schemas.openxmlformats.org/drawingml/2006/main">
            <a:off x="6572250" y="42005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A9D8F"/>
                </a:solidFill>
                <a:latin typeface="Bitstream Charter"/>
                <a:ea typeface="Bitstream Charter"/>
                <a:cs typeface="Bitstream Charter"/>
              </a:defRPr>
            </a:pPr>
            <a:r>
              <a:rPr sz="1500" b="1">
                <a:solidFill>
                  <a:srgbClr val="2A9D8F"/>
                </a:solidFill>
                <a:latin typeface="Bitstream Charter"/>
                <a:ea typeface="Bitstream Charter"/>
                <a:cs typeface="Bitstream Charter"/>
              </a:rPr>
              <a:t>Release</a:t>
            </a:r>
          </a:p>
        </p:txBody>
      </p:sp>
      <p:sp>
        <p:nvSpPr>
          <p:cNvPr id="21" name="">
            <a:extLst xmlns:a="http://schemas.openxmlformats.org/drawingml/2006/main">
              <a:ext uri="{FF2B5EF4-FFF2-40B4-BE49-F238E27FC236}">
                <a16:creationId xmlns:a16="http://schemas.microsoft.com/office/drawing/2014/main" id="{9E9EB46E-4677-4406-9C87-689AFBE3BD22}"/>
              </a:ext>
            </a:extLst>
          </p:cNvPr>
          <p:cNvSpPr>
            <a:spLocks xmlns:a="http://schemas.openxmlformats.org/drawingml/2006/main" noGrp="1"/>
          </p:cNvSpPr>
          <p:nvPr/>
        </p:nvSpPr>
        <p:spPr>
          <a:xfrm xmlns:a="http://schemas.openxmlformats.org/drawingml/2006/main">
            <a:off x="8286750" y="42005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B3A"/>
                </a:solidFill>
                <a:latin typeface="Bitstream Charter"/>
                <a:ea typeface="Bitstream Charter"/>
                <a:cs typeface="Bitstream Charter"/>
              </a:defRPr>
            </a:pPr>
            <a:r>
              <a:rPr sz="1350" b="0">
                <a:solidFill>
                  <a:srgbClr val="172B3A"/>
                </a:solidFill>
                <a:latin typeface="Bitstream Charter"/>
                <a:ea typeface="Bitstream Charter"/>
                <a:cs typeface="Bitstream Charter"/>
              </a:rPr>
              <a:t>Scope, limitations and revision note</a:t>
            </a:r>
          </a:p>
        </p:txBody>
      </p:sp>
      <p:sp>
        <p:nvSpPr>
          <p:cNvPr id="22" name="">
            <a:extLst xmlns:a="http://schemas.openxmlformats.org/drawingml/2006/main">
              <a:ext uri="{FF2B5EF4-FFF2-40B4-BE49-F238E27FC236}">
                <a16:creationId xmlns:a16="http://schemas.microsoft.com/office/drawing/2014/main" id="{6074D76D-D75B-4057-9D04-DB6176DEF166}"/>
              </a:ext>
            </a:extLst>
          </p:cNvPr>
          <p:cNvSpPr>
            <a:spLocks xmlns:a="http://schemas.openxmlformats.org/drawingml/2006/main" noGrp="1"/>
          </p:cNvSpPr>
          <p:nvPr/>
        </p:nvSpPr>
        <p:spPr>
          <a:xfrm xmlns:a="http://schemas.openxmlformats.org/drawingml/2006/main">
            <a:off x="5953125" y="1428750"/>
            <a:ext cx="28575" cy="3714750"/>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EB809E1-0DB8-44E8-A581-2F550D93F53B}"/>
              </a:ext>
            </a:extLst>
          </p:cNvPr>
          <p:cNvSpPr>
            <a:spLocks xmlns:a="http://schemas.openxmlformats.org/drawingml/2006/main" noGrp="1"/>
          </p:cNvSpPr>
          <p:nvPr/>
        </p:nvSpPr>
        <p:spPr>
          <a:xfrm xmlns:a="http://schemas.openxmlformats.org/drawingml/2006/main">
            <a:off x="1524000" y="54292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67"/>
          </a:bodyPr>
          <a:lstStyle xmlns:a="http://schemas.openxmlformats.org/drawingml/2006/main"/>
          <a:p xmlns:a="http://schemas.openxmlformats.org/drawingml/2006/main">
            <a:pPr algn="ctr">
              <a:defRPr sz="1725" b="1">
                <a:solidFill>
                  <a:srgbClr val="12344D"/>
                </a:solidFill>
                <a:latin typeface="Bitstream Charter"/>
                <a:ea typeface="Bitstream Charter"/>
                <a:cs typeface="Bitstream Charter"/>
              </a:defRPr>
            </a:pPr>
            <a:r>
              <a:rPr sz="1725" b="1">
                <a:solidFill>
                  <a:srgbClr val="12344D"/>
                </a:solidFill>
                <a:latin typeface="Bitstream Charter"/>
                <a:ea typeface="Bitstream Charter"/>
                <a:cs typeface="Bitstream Charter"/>
              </a:rPr>
              <a:t>The assurance record preserves the evidence needed to reproduce and challenge the result.</a:t>
            </a:r>
          </a:p>
        </p:txBody>
      </p:sp>
    </p:spTree>
    <p:extLst>
      <p:ext uri="{BB962C8B-B14F-4D97-AF65-F5344CB8AC3E}">
        <p14:creationId xmlns:p14="http://schemas.microsoft.com/office/powerpoint/2010/main" val="51931447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3D8CE2-B1CB-4F0B-BE23-44F6B2718B66}"/>
              </a:ext>
            </a:extLst>
          </p:cNvPr>
          <p:cNvSpPr>
            <a:spLocks xmlns:a="http://schemas.openxmlformats.org/drawingml/2006/main" noGrp="1"/>
          </p:cNvSpPr>
          <p:nvPr/>
        </p:nvSpPr>
        <p:spPr>
          <a:xfrm xmlns:a="http://schemas.openxmlformats.org/drawingml/2006/main">
            <a:off x="609600" y="133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E9C46A"/>
                </a:solidFill>
                <a:latin typeface="Bitstream Charter"/>
                <a:ea typeface="Bitstream Charter"/>
                <a:cs typeface="Bitstream Charter"/>
              </a:defRPr>
            </a:pPr>
            <a:r>
              <a:rPr sz="825" b="1">
                <a:solidFill>
                  <a:srgbClr val="E9C46A"/>
                </a:solidFill>
                <a:latin typeface="Bitstream Charter"/>
                <a:ea typeface="Bitstream Charter"/>
                <a:cs typeface="Bitstream Charter"/>
              </a:rPr>
              <a:t>OFFICIAL STATISTICS PATHWAY</a:t>
            </a:r>
          </a:p>
        </p:txBody>
      </p:sp>
      <p:sp>
        <p:nvSpPr>
          <p:cNvPr id="2" name="">
            <a:extLst xmlns:a="http://schemas.openxmlformats.org/drawingml/2006/main">
              <a:ext uri="{FF2B5EF4-FFF2-40B4-BE49-F238E27FC236}">
                <a16:creationId xmlns:a16="http://schemas.microsoft.com/office/drawing/2014/main" id="{DD77D54E-736B-49A9-9BD3-43D6678BFA91}"/>
              </a:ext>
            </a:extLst>
          </p:cNvPr>
          <p:cNvSpPr>
            <a:spLocks xmlns:a="http://schemas.openxmlformats.org/drawingml/2006/main" noGrp="1"/>
          </p:cNvSpPr>
          <p:nvPr/>
        </p:nvSpPr>
        <p:spPr>
          <a:xfrm xmlns:a="http://schemas.openxmlformats.org/drawingml/2006/main">
            <a:off x="609600" y="4000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44D"/>
                </a:solidFill>
                <a:latin typeface="Bitstream Charter"/>
                <a:ea typeface="Bitstream Charter"/>
                <a:cs typeface="Bitstream Charter"/>
              </a:defRPr>
            </a:pPr>
            <a:r>
              <a:rPr sz="2550" b="1">
                <a:solidFill>
                  <a:srgbClr val="12344D"/>
                </a:solidFill>
                <a:latin typeface="Bitstream Charter"/>
                <a:ea typeface="Bitstream Charter"/>
                <a:cs typeface="Bitstream Charter"/>
              </a:rPr>
              <a:t>Institutional action priorities</a:t>
            </a:r>
          </a:p>
        </p:txBody>
      </p:sp>
      <p:sp>
        <p:nvSpPr>
          <p:cNvPr id="3" name="">
            <a:extLst xmlns:a="http://schemas.openxmlformats.org/drawingml/2006/main">
              <a:ext uri="{FF2B5EF4-FFF2-40B4-BE49-F238E27FC236}">
                <a16:creationId xmlns:a16="http://schemas.microsoft.com/office/drawing/2014/main" id="{40820C01-7BBD-45FE-B15D-BCD408DE0C3F}"/>
              </a:ext>
            </a:extLst>
          </p:cNvPr>
          <p:cNvSpPr>
            <a:spLocks xmlns:a="http://schemas.openxmlformats.org/drawingml/2006/main" noGrp="1"/>
          </p:cNvSpPr>
          <p:nvPr/>
        </p:nvSpPr>
        <p:spPr>
          <a:xfrm xmlns:a="http://schemas.openxmlformats.org/drawingml/2006/main">
            <a:off x="609600" y="1066800"/>
            <a:ext cx="10972800" cy="28575"/>
          </a:xfrm>
          <a:prstGeom xmlns:a="http://schemas.openxmlformats.org/drawingml/2006/main" prst="rect">
            <a:avLst/>
          </a:prstGeom>
          <a:solidFill xmlns:a="http://schemas.openxmlformats.org/drawingml/2006/main">
            <a:srgbClr val="E9C46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43C877-1F8A-49D3-8F95-058E607FD9DE}"/>
              </a:ext>
            </a:extLst>
          </p:cNvPr>
          <p:cNvSpPr>
            <a:spLocks xmlns:a="http://schemas.openxmlformats.org/drawingml/2006/main" noGrp="1"/>
          </p:cNvSpPr>
          <p:nvPr/>
        </p:nvSpPr>
        <p:spPr>
          <a:xfrm xmlns:a="http://schemas.openxmlformats.org/drawingml/2006/main">
            <a:off x="609600" y="6486525"/>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E7180"/>
                </a:solidFill>
                <a:latin typeface="Bitstream Charter"/>
                <a:ea typeface="Bitstream Charter"/>
                <a:cs typeface="Bitstream Charter"/>
              </a:defRPr>
            </a:pPr>
            <a:r>
              <a:rPr sz="900" b="0">
                <a:solidFill>
                  <a:srgbClr val="5E7180"/>
                </a:solidFill>
                <a:latin typeface="Bitstream Charter"/>
                <a:ea typeface="Bitstream Charter"/>
                <a:cs typeface="Bitstream Charter"/>
              </a:rPr>
              <a:t>SRAI Official Statistics and AI Pathway</a:t>
            </a:r>
          </a:p>
        </p:txBody>
      </p:sp>
      <p:sp>
        <p:nvSpPr>
          <p:cNvPr id="5" name="">
            <a:extLst xmlns:a="http://schemas.openxmlformats.org/drawingml/2006/main">
              <a:ext uri="{FF2B5EF4-FFF2-40B4-BE49-F238E27FC236}">
                <a16:creationId xmlns:a16="http://schemas.microsoft.com/office/drawing/2014/main" id="{5A835AB8-FA51-463C-9702-1CF680990417}"/>
              </a:ext>
            </a:extLst>
          </p:cNvPr>
          <p:cNvSpPr>
            <a:spLocks xmlns:a="http://schemas.openxmlformats.org/drawingml/2006/main" noGrp="1"/>
          </p:cNvSpPr>
          <p:nvPr/>
        </p:nvSpPr>
        <p:spPr>
          <a:xfrm xmlns:a="http://schemas.openxmlformats.org/drawingml/2006/main">
            <a:off x="10001250" y="64865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E7180"/>
                </a:solidFill>
                <a:latin typeface="Bitstream Charter"/>
                <a:ea typeface="Bitstream Charter"/>
                <a:cs typeface="Bitstream Charter"/>
              </a:defRPr>
            </a:pPr>
            <a:r>
              <a:rPr sz="900" b="1">
                <a:solidFill>
                  <a:srgbClr val="5E7180"/>
                </a:solidFill>
                <a:latin typeface="Bitstream Charter"/>
                <a:ea typeface="Bitstream Charter"/>
                <a:cs typeface="Bitstream Charter"/>
              </a:rPr>
              <a:t>OS-A01-A05</a:t>
            </a:r>
          </a:p>
        </p:txBody>
      </p:sp>
      <p:sp>
        <p:nvSpPr>
          <p:cNvPr id="6" name="">
            <a:extLst xmlns:a="http://schemas.openxmlformats.org/drawingml/2006/main">
              <a:ext uri="{FF2B5EF4-FFF2-40B4-BE49-F238E27FC236}">
                <a16:creationId xmlns:a16="http://schemas.microsoft.com/office/drawing/2014/main" id="{738C21FA-6BD9-48D7-9F33-A6C73B309DF1}"/>
              </a:ext>
            </a:extLst>
          </p:cNvPr>
          <p:cNvSpPr>
            <a:spLocks xmlns:a="http://schemas.openxmlformats.org/drawingml/2006/main" noGrp="1"/>
          </p:cNvSpPr>
          <p:nvPr/>
        </p:nvSpPr>
        <p:spPr>
          <a:xfrm xmlns:a="http://schemas.openxmlformats.org/drawingml/2006/main">
            <a:off x="809625" y="1381125"/>
            <a:ext cx="1476375" cy="400050"/>
          </a:xfrm>
          <a:prstGeom xmlns:a="http://schemas.openxmlformats.org/drawingml/2006/main" prst="roundRect">
            <a:avLst>
              <a:gd name="adj" fmla="val 19048"/>
            </a:avLst>
          </a:prstGeom>
          <a:solidFill xmlns:a="http://schemas.openxmlformats.org/drawingml/2006/main">
            <a:srgbClr val="1F6E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8822E7-4C5D-4692-B8A2-D49812E884A6}"/>
              </a:ext>
            </a:extLst>
          </p:cNvPr>
          <p:cNvSpPr>
            <a:spLocks xmlns:a="http://schemas.openxmlformats.org/drawingml/2006/main" noGrp="1"/>
          </p:cNvSpPr>
          <p:nvPr/>
        </p:nvSpPr>
        <p:spPr>
          <a:xfrm xmlns:a="http://schemas.openxmlformats.org/drawingml/2006/main">
            <a:off x="923925" y="1419225"/>
            <a:ext cx="1247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Now</a:t>
            </a:r>
          </a:p>
        </p:txBody>
      </p:sp>
      <p:sp>
        <p:nvSpPr>
          <p:cNvPr id="8" name="">
            <a:extLst xmlns:a="http://schemas.openxmlformats.org/drawingml/2006/main">
              <a:ext uri="{FF2B5EF4-FFF2-40B4-BE49-F238E27FC236}">
                <a16:creationId xmlns:a16="http://schemas.microsoft.com/office/drawing/2014/main" id="{EDD23BB7-CA94-4AC6-BBF8-84779E36B68C}"/>
              </a:ext>
            </a:extLst>
          </p:cNvPr>
          <p:cNvSpPr>
            <a:spLocks xmlns:a="http://schemas.openxmlformats.org/drawingml/2006/main" noGrp="1"/>
          </p:cNvSpPr>
          <p:nvPr/>
        </p:nvSpPr>
        <p:spPr>
          <a:xfrm xmlns:a="http://schemas.openxmlformats.org/drawingml/2006/main">
            <a:off x="2714625" y="1362075"/>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B3A"/>
                </a:solidFill>
                <a:latin typeface="Bitstream Charter"/>
                <a:ea typeface="Bitstream Charter"/>
                <a:cs typeface="Bitstream Charter"/>
              </a:defRPr>
            </a:pPr>
            <a:r>
              <a:rPr sz="1650" b="0">
                <a:solidFill>
                  <a:srgbClr val="172B3A"/>
                </a:solidFill>
                <a:latin typeface="Bitstream Charter"/>
                <a:ea typeface="Bitstream Charter"/>
                <a:cs typeface="Bitstream Charter"/>
              </a:rPr>
              <a:t>Confirm mandates, classifications and evidence gaps</a:t>
            </a:r>
          </a:p>
        </p:txBody>
      </p:sp>
      <p:sp>
        <p:nvSpPr>
          <p:cNvPr id="9" name="">
            <a:extLst xmlns:a="http://schemas.openxmlformats.org/drawingml/2006/main">
              <a:ext uri="{FF2B5EF4-FFF2-40B4-BE49-F238E27FC236}">
                <a16:creationId xmlns:a16="http://schemas.microsoft.com/office/drawing/2014/main" id="{F19C781F-2F3A-4643-801E-AF6EFAD5B0B0}"/>
              </a:ext>
            </a:extLst>
          </p:cNvPr>
          <p:cNvSpPr>
            <a:spLocks xmlns:a="http://schemas.openxmlformats.org/drawingml/2006/main" noGrp="1"/>
          </p:cNvSpPr>
          <p:nvPr/>
        </p:nvSpPr>
        <p:spPr>
          <a:xfrm xmlns:a="http://schemas.openxmlformats.org/drawingml/2006/main">
            <a:off x="809625" y="2381250"/>
            <a:ext cx="1476375" cy="400050"/>
          </a:xfrm>
          <a:prstGeom xmlns:a="http://schemas.openxmlformats.org/drawingml/2006/main" prst="roundRect">
            <a:avLst>
              <a:gd name="adj" fmla="val 19048"/>
            </a:avLst>
          </a:prstGeom>
          <a:solidFill xmlns:a="http://schemas.openxmlformats.org/drawingml/2006/main">
            <a:srgbClr val="2A9D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0A18DF-B309-45E9-9843-0939C19F180D}"/>
              </a:ext>
            </a:extLst>
          </p:cNvPr>
          <p:cNvSpPr>
            <a:spLocks xmlns:a="http://schemas.openxmlformats.org/drawingml/2006/main" noGrp="1"/>
          </p:cNvSpPr>
          <p:nvPr/>
        </p:nvSpPr>
        <p:spPr>
          <a:xfrm xmlns:a="http://schemas.openxmlformats.org/drawingml/2006/main">
            <a:off x="923925" y="2419350"/>
            <a:ext cx="1247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Next</a:t>
            </a:r>
          </a:p>
        </p:txBody>
      </p:sp>
      <p:sp>
        <p:nvSpPr>
          <p:cNvPr id="11" name="">
            <a:extLst xmlns:a="http://schemas.openxmlformats.org/drawingml/2006/main">
              <a:ext uri="{FF2B5EF4-FFF2-40B4-BE49-F238E27FC236}">
                <a16:creationId xmlns:a16="http://schemas.microsoft.com/office/drawing/2014/main" id="{EB5397E4-49E3-4EF2-A036-9D63B1EA1CF4}"/>
              </a:ext>
            </a:extLst>
          </p:cNvPr>
          <p:cNvSpPr>
            <a:spLocks xmlns:a="http://schemas.openxmlformats.org/drawingml/2006/main" noGrp="1"/>
          </p:cNvSpPr>
          <p:nvPr/>
        </p:nvSpPr>
        <p:spPr>
          <a:xfrm xmlns:a="http://schemas.openxmlformats.org/drawingml/2006/main">
            <a:off x="2714625" y="236220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B3A"/>
                </a:solidFill>
                <a:latin typeface="Bitstream Charter"/>
                <a:ea typeface="Bitstream Charter"/>
                <a:cs typeface="Bitstream Charter"/>
              </a:defRPr>
            </a:pPr>
            <a:r>
              <a:rPr sz="1650" b="0">
                <a:solidFill>
                  <a:srgbClr val="172B3A"/>
                </a:solidFill>
                <a:latin typeface="Bitstream Charter"/>
                <a:ea typeface="Bitstream Charter"/>
                <a:cs typeface="Bitstream Charter"/>
              </a:rPr>
              <a:t>Repair priority flows, identifiers and metadata</a:t>
            </a:r>
          </a:p>
        </p:txBody>
      </p:sp>
      <p:sp>
        <p:nvSpPr>
          <p:cNvPr id="12" name="">
            <a:extLst xmlns:a="http://schemas.openxmlformats.org/drawingml/2006/main">
              <a:ext uri="{FF2B5EF4-FFF2-40B4-BE49-F238E27FC236}">
                <a16:creationId xmlns:a16="http://schemas.microsoft.com/office/drawing/2014/main" id="{327DFB08-648D-42F2-85D8-274CF098CFA2}"/>
              </a:ext>
            </a:extLst>
          </p:cNvPr>
          <p:cNvSpPr>
            <a:spLocks xmlns:a="http://schemas.openxmlformats.org/drawingml/2006/main" noGrp="1"/>
          </p:cNvSpPr>
          <p:nvPr/>
        </p:nvSpPr>
        <p:spPr>
          <a:xfrm xmlns:a="http://schemas.openxmlformats.org/drawingml/2006/main">
            <a:off x="809625" y="3381375"/>
            <a:ext cx="1476375" cy="400050"/>
          </a:xfrm>
          <a:prstGeom xmlns:a="http://schemas.openxmlformats.org/drawingml/2006/main" prst="roundRect">
            <a:avLst>
              <a:gd name="adj" fmla="val 19048"/>
            </a:avLst>
          </a:prstGeom>
          <a:solidFill xmlns:a="http://schemas.openxmlformats.org/drawingml/2006/main">
            <a:srgbClr val="E9C46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011D2E4-5060-4278-AE6C-8DEA784B30A0}"/>
              </a:ext>
            </a:extLst>
          </p:cNvPr>
          <p:cNvSpPr>
            <a:spLocks xmlns:a="http://schemas.openxmlformats.org/drawingml/2006/main" noGrp="1"/>
          </p:cNvSpPr>
          <p:nvPr/>
        </p:nvSpPr>
        <p:spPr>
          <a:xfrm xmlns:a="http://schemas.openxmlformats.org/drawingml/2006/main">
            <a:off x="923925" y="3419475"/>
            <a:ext cx="1247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Then</a:t>
            </a:r>
          </a:p>
        </p:txBody>
      </p:sp>
      <p:sp>
        <p:nvSpPr>
          <p:cNvPr id="14" name="">
            <a:extLst xmlns:a="http://schemas.openxmlformats.org/drawingml/2006/main">
              <a:ext uri="{FF2B5EF4-FFF2-40B4-BE49-F238E27FC236}">
                <a16:creationId xmlns:a16="http://schemas.microsoft.com/office/drawing/2014/main" id="{18CCA22B-BA77-4A4A-A50F-BEA8DDDD7BBE}"/>
              </a:ext>
            </a:extLst>
          </p:cNvPr>
          <p:cNvSpPr>
            <a:spLocks xmlns:a="http://schemas.openxmlformats.org/drawingml/2006/main" noGrp="1"/>
          </p:cNvSpPr>
          <p:nvPr/>
        </p:nvSpPr>
        <p:spPr>
          <a:xfrm xmlns:a="http://schemas.openxmlformats.org/drawingml/2006/main">
            <a:off x="2714625" y="3362325"/>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B3A"/>
                </a:solidFill>
                <a:latin typeface="Bitstream Charter"/>
                <a:ea typeface="Bitstream Charter"/>
                <a:cs typeface="Bitstream Charter"/>
              </a:defRPr>
            </a:pPr>
            <a:r>
              <a:rPr sz="1650" b="1">
                <a:solidFill>
                  <a:srgbClr val="172B3A"/>
                </a:solidFill>
                <a:latin typeface="Bitstream Charter"/>
                <a:ea typeface="Bitstream Charter"/>
                <a:cs typeface="Bitstream Charter"/>
              </a:rPr>
              <a:t>Run bounded pilots with statistical assurance</a:t>
            </a:r>
          </a:p>
        </p:txBody>
      </p:sp>
      <p:sp>
        <p:nvSpPr>
          <p:cNvPr id="15" name="">
            <a:extLst xmlns:a="http://schemas.openxmlformats.org/drawingml/2006/main">
              <a:ext uri="{FF2B5EF4-FFF2-40B4-BE49-F238E27FC236}">
                <a16:creationId xmlns:a16="http://schemas.microsoft.com/office/drawing/2014/main" id="{275B168C-B8ED-4C2C-B897-3E11BC41F569}"/>
              </a:ext>
            </a:extLst>
          </p:cNvPr>
          <p:cNvSpPr>
            <a:spLocks xmlns:a="http://schemas.openxmlformats.org/drawingml/2006/main" noGrp="1"/>
          </p:cNvSpPr>
          <p:nvPr/>
        </p:nvSpPr>
        <p:spPr>
          <a:xfrm xmlns:a="http://schemas.openxmlformats.org/drawingml/2006/main">
            <a:off x="809625" y="4381500"/>
            <a:ext cx="1476375" cy="400050"/>
          </a:xfrm>
          <a:prstGeom xmlns:a="http://schemas.openxmlformats.org/drawingml/2006/main" prst="roundRect">
            <a:avLst>
              <a:gd name="adj" fmla="val 19048"/>
            </a:avLst>
          </a:prstGeom>
          <a:solidFill xmlns:a="http://schemas.openxmlformats.org/drawingml/2006/main">
            <a:srgbClr val="E76F5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E37366A-7F54-4E42-BFAE-D4D7D936A334}"/>
              </a:ext>
            </a:extLst>
          </p:cNvPr>
          <p:cNvSpPr>
            <a:spLocks xmlns:a="http://schemas.openxmlformats.org/drawingml/2006/main" noGrp="1"/>
          </p:cNvSpPr>
          <p:nvPr/>
        </p:nvSpPr>
        <p:spPr>
          <a:xfrm xmlns:a="http://schemas.openxmlformats.org/drawingml/2006/main">
            <a:off x="923925" y="4419600"/>
            <a:ext cx="1247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Always</a:t>
            </a:r>
          </a:p>
        </p:txBody>
      </p:sp>
      <p:sp>
        <p:nvSpPr>
          <p:cNvPr id="17" name="">
            <a:extLst xmlns:a="http://schemas.openxmlformats.org/drawingml/2006/main">
              <a:ext uri="{FF2B5EF4-FFF2-40B4-BE49-F238E27FC236}">
                <a16:creationId xmlns:a16="http://schemas.microsoft.com/office/drawing/2014/main" id="{65BF7329-6C08-43FD-8AA8-A84CF084DBA4}"/>
              </a:ext>
            </a:extLst>
          </p:cNvPr>
          <p:cNvSpPr>
            <a:spLocks xmlns:a="http://schemas.openxmlformats.org/drawingml/2006/main" noGrp="1"/>
          </p:cNvSpPr>
          <p:nvPr/>
        </p:nvSpPr>
        <p:spPr>
          <a:xfrm xmlns:a="http://schemas.openxmlformats.org/drawingml/2006/main">
            <a:off x="2714625" y="43624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2B3A"/>
                </a:solidFill>
                <a:latin typeface="Bitstream Charter"/>
                <a:ea typeface="Bitstream Charter"/>
                <a:cs typeface="Bitstream Charter"/>
              </a:defRPr>
            </a:pPr>
            <a:r>
              <a:rPr sz="1650" b="0">
                <a:solidFill>
                  <a:srgbClr val="172B3A"/>
                </a:solidFill>
                <a:latin typeface="Bitstream Charter"/>
                <a:ea typeface="Bitstream Charter"/>
                <a:cs typeface="Bitstream Charter"/>
              </a:rPr>
              <a:t>Review risk, public value and accountability</a:t>
            </a:r>
          </a:p>
        </p:txBody>
      </p:sp>
      <p:sp>
        <p:nvSpPr>
          <p:cNvPr id="18" name="">
            <a:extLst xmlns:a="http://schemas.openxmlformats.org/drawingml/2006/main">
              <a:ext uri="{FF2B5EF4-FFF2-40B4-BE49-F238E27FC236}">
                <a16:creationId xmlns:a16="http://schemas.microsoft.com/office/drawing/2014/main" id="{F528E130-DB09-4586-A9E9-BD30E0B6DF03}"/>
              </a:ext>
            </a:extLst>
          </p:cNvPr>
          <p:cNvSpPr>
            <a:spLocks xmlns:a="http://schemas.openxmlformats.org/drawingml/2006/main" noGrp="1"/>
          </p:cNvSpPr>
          <p:nvPr/>
        </p:nvSpPr>
        <p:spPr>
          <a:xfrm xmlns:a="http://schemas.openxmlformats.org/drawingml/2006/main">
            <a:off x="1762125" y="5619750"/>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2344D"/>
                </a:solidFill>
                <a:latin typeface="Bitstream Charter"/>
                <a:ea typeface="Bitstream Charter"/>
                <a:cs typeface="Bitstream Charter"/>
              </a:defRPr>
            </a:pPr>
            <a:r>
              <a:rPr sz="1800" b="1">
                <a:solidFill>
                  <a:srgbClr val="12344D"/>
                </a:solidFill>
                <a:latin typeface="Bitstream Charter"/>
                <a:ea typeface="Bitstream Charter"/>
                <a:cs typeface="Bitstream Charter"/>
              </a:rPr>
              <a:t>The action plan strengthens the ecosystem whether or not an AI pilot proceeds.</a:t>
            </a:r>
          </a:p>
        </p:txBody>
      </p:sp>
    </p:spTree>
    <p:extLst>
      <p:ext uri="{BB962C8B-B14F-4D97-AF65-F5344CB8AC3E}">
        <p14:creationId xmlns:p14="http://schemas.microsoft.com/office/powerpoint/2010/main" val="468177450"/>
      </p:ext>
    </p:extLst>
  </p:cSld>
</p:sld>
</file>

<file path=ppt/slides/slide24.xml><?xml version="1.0" encoding="utf-8"?>
<p:sld xmlns:p="http://schemas.openxmlformats.org/presentationml/2006/main">
  <p:cSld>
    <p:bg>
      <p:bgPr>
        <a:solidFill xmlns:a="http://schemas.openxmlformats.org/drawingml/2006/main">
          <a:srgbClr val="12344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A6CE0-3E1B-46D3-9E8B-DC628BE314DF}"/>
              </a:ext>
            </a:extLst>
          </p:cNvPr>
          <p:cNvSpPr>
            <a:spLocks xmlns:a="http://schemas.openxmlformats.org/drawingml/2006/main" noGrp="1"/>
          </p:cNvSpPr>
          <p:nvPr/>
        </p:nvSpPr>
        <p:spPr>
          <a:xfrm xmlns:a="http://schemas.openxmlformats.org/drawingml/2006/main">
            <a:off x="66675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9C46A"/>
                </a:solidFill>
                <a:latin typeface="Bitstream Charter"/>
                <a:ea typeface="Bitstream Charter"/>
                <a:cs typeface="Bitstream Charter"/>
              </a:defRPr>
            </a:pPr>
            <a:r>
              <a:rPr sz="1050" b="1">
                <a:solidFill>
                  <a:srgbClr val="E9C46A"/>
                </a:solidFill>
                <a:latin typeface="Bitstream Charter"/>
                <a:ea typeface="Bitstream Charter"/>
                <a:cs typeface="Bitstream Charter"/>
              </a:rPr>
              <a:t>EXECUTIVE AUTHORIZATION</a:t>
            </a:r>
          </a:p>
        </p:txBody>
      </p:sp>
      <p:sp>
        <p:nvSpPr>
          <p:cNvPr id="2" name="">
            <a:extLst xmlns:a="http://schemas.openxmlformats.org/drawingml/2006/main">
              <a:ext uri="{FF2B5EF4-FFF2-40B4-BE49-F238E27FC236}">
                <a16:creationId xmlns:a16="http://schemas.microsoft.com/office/drawing/2014/main" id="{61BDACB6-92F8-4485-96D9-C6C5C0147DA2}"/>
              </a:ext>
            </a:extLst>
          </p:cNvPr>
          <p:cNvSpPr>
            <a:spLocks xmlns:a="http://schemas.openxmlformats.org/drawingml/2006/main" noGrp="1"/>
          </p:cNvSpPr>
          <p:nvPr/>
        </p:nvSpPr>
        <p:spPr>
          <a:xfrm xmlns:a="http://schemas.openxmlformats.org/drawingml/2006/main">
            <a:off x="666750" y="1428750"/>
            <a:ext cx="9334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1">
                <a:solidFill>
                  <a:srgbClr val="FFFFFF"/>
                </a:solidFill>
                <a:latin typeface="Bitstream Charter"/>
                <a:ea typeface="Bitstream Charter"/>
                <a:cs typeface="Bitstream Charter"/>
              </a:defRPr>
            </a:pPr>
            <a:r>
              <a:rPr sz="3525" b="1">
                <a:solidFill>
                  <a:srgbClr val="FFFFFF"/>
                </a:solidFill>
                <a:latin typeface="Bitstream Charter"/>
                <a:ea typeface="Bitstream Charter"/>
                <a:cs typeface="Bitstream Charter"/>
              </a:rPr>
              <a:t>A defensible AI decision begins</a:t>
            </a:r>
          </a:p>
          <a:p xmlns:a="http://schemas.openxmlformats.org/drawingml/2006/main">
            <a:pPr algn="l">
              <a:defRPr sz="3525" b="1">
                <a:solidFill>
                  <a:srgbClr val="FFFFFF"/>
                </a:solidFill>
                <a:latin typeface="Bitstream Charter"/>
                <a:ea typeface="Bitstream Charter"/>
                <a:cs typeface="Bitstream Charter"/>
              </a:defRPr>
            </a:pPr>
            <a:r>
              <a:rPr sz="3525" b="1">
                <a:solidFill>
                  <a:srgbClr val="FFFFFF"/>
                </a:solidFill>
                <a:latin typeface="Bitstream Charter"/>
                <a:ea typeface="Bitstream Charter"/>
                <a:cs typeface="Bitstream Charter"/>
              </a:rPr>
              <a:t>with trustworthy official statistics</a:t>
            </a:r>
          </a:p>
        </p:txBody>
      </p:sp>
      <p:sp>
        <p:nvSpPr>
          <p:cNvPr id="3" name="">
            <a:extLst xmlns:a="http://schemas.openxmlformats.org/drawingml/2006/main">
              <a:ext uri="{FF2B5EF4-FFF2-40B4-BE49-F238E27FC236}">
                <a16:creationId xmlns:a16="http://schemas.microsoft.com/office/drawing/2014/main" id="{1F1BD030-D961-4521-BF55-620D72C233E9}"/>
              </a:ext>
            </a:extLst>
          </p:cNvPr>
          <p:cNvSpPr>
            <a:spLocks xmlns:a="http://schemas.openxmlformats.org/drawingml/2006/main" noGrp="1"/>
          </p:cNvSpPr>
          <p:nvPr/>
        </p:nvSpPr>
        <p:spPr>
          <a:xfrm xmlns:a="http://schemas.openxmlformats.org/drawingml/2006/main">
            <a:off x="762000" y="328612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A9D8F"/>
                </a:solidFill>
                <a:latin typeface="Bitstream Charter"/>
                <a:ea typeface="Bitstream Charter"/>
                <a:cs typeface="Bitstream Charter"/>
              </a:defRPr>
            </a:pPr>
            <a:r>
              <a:rPr sz="1350" b="1">
                <a:solidFill>
                  <a:srgbClr val="2A9D8F"/>
                </a:solidFill>
                <a:latin typeface="Bitstream Charter"/>
                <a:ea typeface="Bitstream Charter"/>
                <a:cs typeface="Bitstream Charter"/>
              </a:rPr>
              <a:t>PROCEED</a:t>
            </a:r>
          </a:p>
        </p:txBody>
      </p:sp>
      <p:sp>
        <p:nvSpPr>
          <p:cNvPr id="4" name="">
            <a:extLst xmlns:a="http://schemas.openxmlformats.org/drawingml/2006/main">
              <a:ext uri="{FF2B5EF4-FFF2-40B4-BE49-F238E27FC236}">
                <a16:creationId xmlns:a16="http://schemas.microsoft.com/office/drawing/2014/main" id="{C9275886-6BA3-4502-B543-821EB27237F4}"/>
              </a:ext>
            </a:extLst>
          </p:cNvPr>
          <p:cNvSpPr>
            <a:spLocks xmlns:a="http://schemas.openxmlformats.org/drawingml/2006/main" noGrp="1"/>
          </p:cNvSpPr>
          <p:nvPr/>
        </p:nvSpPr>
        <p:spPr>
          <a:xfrm xmlns:a="http://schemas.openxmlformats.org/drawingml/2006/main">
            <a:off x="3143250" y="3286125"/>
            <a:ext cx="733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FFFFF"/>
                </a:solidFill>
                <a:latin typeface="Bitstream Charter"/>
                <a:ea typeface="Bitstream Charter"/>
                <a:cs typeface="Bitstream Charter"/>
              </a:defRPr>
            </a:pPr>
            <a:r>
              <a:rPr sz="1500" b="0">
                <a:solidFill>
                  <a:srgbClr val="FFFFFF"/>
                </a:solidFill>
                <a:latin typeface="Bitstream Charter"/>
                <a:ea typeface="Bitstream Charter"/>
                <a:cs typeface="Bitstream Charter"/>
              </a:rPr>
              <a:t>Evidence supports a bounded pilot</a:t>
            </a:r>
          </a:p>
        </p:txBody>
      </p:sp>
      <p:sp>
        <p:nvSpPr>
          <p:cNvPr id="5" name="">
            <a:extLst xmlns:a="http://schemas.openxmlformats.org/drawingml/2006/main">
              <a:ext uri="{FF2B5EF4-FFF2-40B4-BE49-F238E27FC236}">
                <a16:creationId xmlns:a16="http://schemas.microsoft.com/office/drawing/2014/main" id="{325821C1-672C-40CD-B7F1-DC9B5AB76075}"/>
              </a:ext>
            </a:extLst>
          </p:cNvPr>
          <p:cNvSpPr>
            <a:spLocks xmlns:a="http://schemas.openxmlformats.org/drawingml/2006/main" noGrp="1"/>
          </p:cNvSpPr>
          <p:nvPr/>
        </p:nvSpPr>
        <p:spPr>
          <a:xfrm xmlns:a="http://schemas.openxmlformats.org/drawingml/2006/main">
            <a:off x="762000" y="40005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E9C46A"/>
                </a:solidFill>
                <a:latin typeface="Bitstream Charter"/>
                <a:ea typeface="Bitstream Charter"/>
                <a:cs typeface="Bitstream Charter"/>
              </a:defRPr>
            </a:pPr>
            <a:r>
              <a:rPr sz="1350" b="1">
                <a:solidFill>
                  <a:srgbClr val="E9C46A"/>
                </a:solidFill>
                <a:latin typeface="Bitstream Charter"/>
                <a:ea typeface="Bitstream Charter"/>
                <a:cs typeface="Bitstream Charter"/>
              </a:rPr>
              <a:t>IMPROVE FIRST</a:t>
            </a:r>
          </a:p>
        </p:txBody>
      </p:sp>
      <p:sp>
        <p:nvSpPr>
          <p:cNvPr id="6" name="">
            <a:extLst xmlns:a="http://schemas.openxmlformats.org/drawingml/2006/main">
              <a:ext uri="{FF2B5EF4-FFF2-40B4-BE49-F238E27FC236}">
                <a16:creationId xmlns:a16="http://schemas.microsoft.com/office/drawing/2014/main" id="{774DF7E1-8681-47E0-B46E-3E71F0C80FF9}"/>
              </a:ext>
            </a:extLst>
          </p:cNvPr>
          <p:cNvSpPr>
            <a:spLocks xmlns:a="http://schemas.openxmlformats.org/drawingml/2006/main" noGrp="1"/>
          </p:cNvSpPr>
          <p:nvPr/>
        </p:nvSpPr>
        <p:spPr>
          <a:xfrm xmlns:a="http://schemas.openxmlformats.org/drawingml/2006/main">
            <a:off x="3143250" y="4000500"/>
            <a:ext cx="733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FFFFF"/>
                </a:solidFill>
                <a:latin typeface="Bitstream Charter"/>
                <a:ea typeface="Bitstream Charter"/>
                <a:cs typeface="Bitstream Charter"/>
              </a:defRPr>
            </a:pPr>
            <a:r>
              <a:rPr sz="1500" b="0">
                <a:solidFill>
                  <a:srgbClr val="FFFFFF"/>
                </a:solidFill>
                <a:latin typeface="Bitstream Charter"/>
                <a:ea typeface="Bitstream Charter"/>
                <a:cs typeface="Bitstream Charter"/>
              </a:rPr>
              <a:t>Material gaps can be repaired</a:t>
            </a:r>
          </a:p>
        </p:txBody>
      </p:sp>
      <p:sp>
        <p:nvSpPr>
          <p:cNvPr id="7" name="">
            <a:extLst xmlns:a="http://schemas.openxmlformats.org/drawingml/2006/main">
              <a:ext uri="{FF2B5EF4-FFF2-40B4-BE49-F238E27FC236}">
                <a16:creationId xmlns:a16="http://schemas.microsoft.com/office/drawing/2014/main" id="{2071FF06-1A17-4FB7-8088-9871657293FF}"/>
              </a:ext>
            </a:extLst>
          </p:cNvPr>
          <p:cNvSpPr>
            <a:spLocks xmlns:a="http://schemas.openxmlformats.org/drawingml/2006/main" noGrp="1"/>
          </p:cNvSpPr>
          <p:nvPr/>
        </p:nvSpPr>
        <p:spPr>
          <a:xfrm xmlns:a="http://schemas.openxmlformats.org/drawingml/2006/main">
            <a:off x="762000" y="471487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E76F51"/>
                </a:solidFill>
                <a:latin typeface="Bitstream Charter"/>
                <a:ea typeface="Bitstream Charter"/>
                <a:cs typeface="Bitstream Charter"/>
              </a:defRPr>
            </a:pPr>
            <a:r>
              <a:rPr sz="1350" b="1">
                <a:solidFill>
                  <a:srgbClr val="E76F51"/>
                </a:solidFill>
                <a:latin typeface="Bitstream Charter"/>
                <a:ea typeface="Bitstream Charter"/>
                <a:cs typeface="Bitstream Charter"/>
              </a:rPr>
              <a:t>STOP</a:t>
            </a:r>
          </a:p>
        </p:txBody>
      </p:sp>
      <p:sp>
        <p:nvSpPr>
          <p:cNvPr id="8" name="">
            <a:extLst xmlns:a="http://schemas.openxmlformats.org/drawingml/2006/main">
              <a:ext uri="{FF2B5EF4-FFF2-40B4-BE49-F238E27FC236}">
                <a16:creationId xmlns:a16="http://schemas.microsoft.com/office/drawing/2014/main" id="{92199F0D-3B1E-41ED-8AF8-A21CD37C2CAF}"/>
              </a:ext>
            </a:extLst>
          </p:cNvPr>
          <p:cNvSpPr>
            <a:spLocks xmlns:a="http://schemas.openxmlformats.org/drawingml/2006/main" noGrp="1"/>
          </p:cNvSpPr>
          <p:nvPr/>
        </p:nvSpPr>
        <p:spPr>
          <a:xfrm xmlns:a="http://schemas.openxmlformats.org/drawingml/2006/main">
            <a:off x="3143250" y="4714875"/>
            <a:ext cx="733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FFFFF"/>
                </a:solidFill>
                <a:latin typeface="Bitstream Charter"/>
                <a:ea typeface="Bitstream Charter"/>
                <a:cs typeface="Bitstream Charter"/>
              </a:defRPr>
            </a:pPr>
            <a:r>
              <a:rPr sz="1500" b="0">
                <a:solidFill>
                  <a:srgbClr val="FFFFFF"/>
                </a:solidFill>
                <a:latin typeface="Bitstream Charter"/>
                <a:ea typeface="Bitstream Charter"/>
                <a:cs typeface="Bitstream Charter"/>
              </a:rPr>
              <a:t>Purpose, authority or safeguards are insufficient</a:t>
            </a:r>
          </a:p>
        </p:txBody>
      </p:sp>
      <p:sp>
        <p:nvSpPr>
          <p:cNvPr id="9" name="">
            <a:extLst xmlns:a="http://schemas.openxmlformats.org/drawingml/2006/main">
              <a:ext uri="{FF2B5EF4-FFF2-40B4-BE49-F238E27FC236}">
                <a16:creationId xmlns:a16="http://schemas.microsoft.com/office/drawing/2014/main" id="{FFEC7935-E39F-42B5-ACA9-3C0047EEEE52}"/>
              </a:ext>
            </a:extLst>
          </p:cNvPr>
          <p:cNvSpPr>
            <a:spLocks xmlns:a="http://schemas.openxmlformats.org/drawingml/2006/main" noGrp="1"/>
          </p:cNvSpPr>
          <p:nvPr/>
        </p:nvSpPr>
        <p:spPr>
          <a:xfrm xmlns:a="http://schemas.openxmlformats.org/drawingml/2006/main">
            <a:off x="714375" y="59531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E9C46A"/>
                </a:solidFill>
                <a:latin typeface="Bitstream Charter"/>
                <a:ea typeface="Bitstream Charter"/>
                <a:cs typeface="Bitstream Charter"/>
              </a:defRPr>
            </a:pPr>
            <a:r>
              <a:rPr sz="1350" b="1">
                <a:solidFill>
                  <a:srgbClr val="E9C46A"/>
                </a:solidFill>
                <a:latin typeface="Bitstream Charter"/>
                <a:ea typeface="Bitstream Charter"/>
                <a:cs typeface="Bitstream Charter"/>
              </a:rPr>
              <a:t>Next: complete the Kintaba laboratory and preserve the evidence record.</a:t>
            </a:r>
          </a:p>
        </p:txBody>
      </p:sp>
    </p:spTree>
    <p:extLst>
      <p:ext uri="{BB962C8B-B14F-4D97-AF65-F5344CB8AC3E}">
        <p14:creationId xmlns:p14="http://schemas.microsoft.com/office/powerpoint/2010/main" val="2055912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2026-09-19T15:00:38.6150000Z</dcterms:created>
  <dcterms:modified xsi:type="dcterms:W3CDTF">2026-09-19T15:00:38.6150000Z</dcterms:modified>
</coreProperties>
</file>